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alle Bold" charset="1" panose="020B0704020202020204"/>
      <p:regular r:id="rId21"/>
    </p:embeddedFont>
    <p:embeddedFont>
      <p:font typeface="JetBrains Mono" charset="1" panose="02010509020102050004"/>
      <p:regular r:id="rId22"/>
    </p:embeddedFont>
    <p:embeddedFont>
      <p:font typeface="Poppins Bold" charset="1" panose="00000800000000000000"/>
      <p:regular r:id="rId23"/>
    </p:embeddedFont>
    <p:embeddedFont>
      <p:font typeface="Open Sauce" charset="1" panose="00000500000000000000"/>
      <p:regular r:id="rId24"/>
    </p:embeddedFont>
    <p:embeddedFont>
      <p:font typeface="Poppins" charset="1" panose="00000500000000000000"/>
      <p:regular r:id="rId25"/>
    </p:embeddedFont>
    <p:embeddedFont>
      <p:font typeface="Public San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jpeg" Type="http://schemas.openxmlformats.org/officeDocument/2006/relationships/image"/><Relationship Id="rId6" Target="../media/image39.jpeg" Type="http://schemas.openxmlformats.org/officeDocument/2006/relationships/image"/><Relationship Id="rId7" Target="../media/image40.jpeg" Type="http://schemas.openxmlformats.org/officeDocument/2006/relationships/image"/><Relationship Id="rId8" Target="../media/image4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38.jpeg" Type="http://schemas.openxmlformats.org/officeDocument/2006/relationships/image"/><Relationship Id="rId8" Target="../media/image4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51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jpe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8025"/>
            <a:ext cx="19526405" cy="3559395"/>
            <a:chOff x="0" y="0"/>
            <a:chExt cx="26035207" cy="4745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9775" y="1028700"/>
            <a:ext cx="16230600" cy="8266634"/>
            <a:chOff x="0" y="0"/>
            <a:chExt cx="4274726" cy="2177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177220"/>
            </a:xfrm>
            <a:custGeom>
              <a:avLst/>
              <a:gdLst/>
              <a:ahLst/>
              <a:cxnLst/>
              <a:rect r="r" b="b" t="t" l="l"/>
              <a:pathLst>
                <a:path h="2177220" w="4274726">
                  <a:moveTo>
                    <a:pt x="23373" y="0"/>
                  </a:moveTo>
                  <a:lnTo>
                    <a:pt x="4251353" y="0"/>
                  </a:lnTo>
                  <a:cubicBezTo>
                    <a:pt x="4264261" y="0"/>
                    <a:pt x="4274726" y="10464"/>
                    <a:pt x="4274726" y="23373"/>
                  </a:cubicBezTo>
                  <a:lnTo>
                    <a:pt x="4274726" y="2153848"/>
                  </a:lnTo>
                  <a:cubicBezTo>
                    <a:pt x="4274726" y="2166756"/>
                    <a:pt x="4264261" y="2177220"/>
                    <a:pt x="4251353" y="2177220"/>
                  </a:cubicBezTo>
                  <a:lnTo>
                    <a:pt x="23373" y="2177220"/>
                  </a:lnTo>
                  <a:cubicBezTo>
                    <a:pt x="10464" y="2177220"/>
                    <a:pt x="0" y="2166756"/>
                    <a:pt x="0" y="2153848"/>
                  </a:cubicBezTo>
                  <a:lnTo>
                    <a:pt x="0" y="23373"/>
                  </a:lnTo>
                  <a:cubicBezTo>
                    <a:pt x="0" y="10464"/>
                    <a:pt x="10464" y="0"/>
                    <a:pt x="2337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74726" cy="2224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07229" y="7885507"/>
            <a:ext cx="3699439" cy="2024602"/>
          </a:xfrm>
          <a:custGeom>
            <a:avLst/>
            <a:gdLst/>
            <a:ahLst/>
            <a:cxnLst/>
            <a:rect r="r" b="b" t="t" l="l"/>
            <a:pathLst>
              <a:path h="2024602" w="3699439">
                <a:moveTo>
                  <a:pt x="0" y="0"/>
                </a:moveTo>
                <a:lnTo>
                  <a:pt x="3699439" y="0"/>
                </a:lnTo>
                <a:lnTo>
                  <a:pt x="3699439" y="2024603"/>
                </a:lnTo>
                <a:lnTo>
                  <a:pt x="0" y="2024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227734" y="4976101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6966237" y="4976101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04337" y="1714196"/>
            <a:ext cx="13369545" cy="282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FAIL TOLERANT DUALNANO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89977" y="5216220"/>
            <a:ext cx="11746450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519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Arquitectura Redundante para el Control de Sistemas Críticos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834929" y="6811868"/>
            <a:ext cx="776491" cy="1005166"/>
          </a:xfrm>
          <a:custGeom>
            <a:avLst/>
            <a:gdLst/>
            <a:ahLst/>
            <a:cxnLst/>
            <a:rect r="r" b="b" t="t" l="l"/>
            <a:pathLst>
              <a:path h="1005166" w="776491">
                <a:moveTo>
                  <a:pt x="0" y="0"/>
                </a:moveTo>
                <a:lnTo>
                  <a:pt x="776491" y="0"/>
                </a:lnTo>
                <a:lnTo>
                  <a:pt x="776491" y="1005166"/>
                </a:lnTo>
                <a:lnTo>
                  <a:pt x="0" y="1005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424736" y="8037907"/>
            <a:ext cx="7667243" cy="1080516"/>
            <a:chOff x="0" y="0"/>
            <a:chExt cx="2019356" cy="2845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9356" cy="284580"/>
            </a:xfrm>
            <a:custGeom>
              <a:avLst/>
              <a:gdLst/>
              <a:ahLst/>
              <a:cxnLst/>
              <a:rect r="r" b="b" t="t" l="l"/>
              <a:pathLst>
                <a:path h="284580" w="2019356">
                  <a:moveTo>
                    <a:pt x="49477" y="0"/>
                  </a:moveTo>
                  <a:lnTo>
                    <a:pt x="1969879" y="0"/>
                  </a:lnTo>
                  <a:cubicBezTo>
                    <a:pt x="1983001" y="0"/>
                    <a:pt x="1995586" y="5213"/>
                    <a:pt x="2004865" y="14492"/>
                  </a:cubicBezTo>
                  <a:cubicBezTo>
                    <a:pt x="2014144" y="23770"/>
                    <a:pt x="2019356" y="36355"/>
                    <a:pt x="2019356" y="49477"/>
                  </a:cubicBezTo>
                  <a:lnTo>
                    <a:pt x="2019356" y="235103"/>
                  </a:lnTo>
                  <a:cubicBezTo>
                    <a:pt x="2019356" y="248225"/>
                    <a:pt x="2014144" y="260810"/>
                    <a:pt x="2004865" y="270089"/>
                  </a:cubicBezTo>
                  <a:cubicBezTo>
                    <a:pt x="1995586" y="279368"/>
                    <a:pt x="1983001" y="284580"/>
                    <a:pt x="1969879" y="284580"/>
                  </a:cubicBezTo>
                  <a:lnTo>
                    <a:pt x="49477" y="284580"/>
                  </a:lnTo>
                  <a:cubicBezTo>
                    <a:pt x="36355" y="284580"/>
                    <a:pt x="23770" y="279368"/>
                    <a:pt x="14492" y="270089"/>
                  </a:cubicBezTo>
                  <a:cubicBezTo>
                    <a:pt x="5213" y="260810"/>
                    <a:pt x="0" y="248225"/>
                    <a:pt x="0" y="235103"/>
                  </a:cubicBezTo>
                  <a:lnTo>
                    <a:pt x="0" y="49477"/>
                  </a:lnTo>
                  <a:cubicBezTo>
                    <a:pt x="0" y="36355"/>
                    <a:pt x="5213" y="23770"/>
                    <a:pt x="14492" y="14492"/>
                  </a:cubicBezTo>
                  <a:cubicBezTo>
                    <a:pt x="23770" y="5213"/>
                    <a:pt x="36355" y="0"/>
                    <a:pt x="494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019356" cy="332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63203" y="8209794"/>
            <a:ext cx="5781812" cy="64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7"/>
              </a:lnSpc>
              <a:spcBef>
                <a:spcPct val="0"/>
              </a:spcBef>
            </a:pPr>
            <a:r>
              <a:rPr lang="en-US" sz="3619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Por: Rafael Ramírez Salas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545015" y="8270987"/>
            <a:ext cx="1228119" cy="307178"/>
            <a:chOff x="0" y="0"/>
            <a:chExt cx="1637492" cy="40957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657108" y="0"/>
              <a:ext cx="441668" cy="409570"/>
              <a:chOff x="0" y="0"/>
              <a:chExt cx="87243" cy="809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23" id="23"/>
            <p:cNvSpPr/>
            <p:nvPr/>
          </p:nvSpPr>
          <p:spPr>
            <a:xfrm rot="-71610">
              <a:off x="481" y="149396"/>
              <a:ext cx="441152" cy="0"/>
            </a:xfrm>
            <a:prstGeom prst="line">
              <a:avLst/>
            </a:prstGeom>
            <a:ln cap="flat" w="5080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 rot="7520344">
              <a:off x="1237725" y="178059"/>
              <a:ext cx="464182" cy="0"/>
            </a:xfrm>
            <a:prstGeom prst="line">
              <a:avLst/>
            </a:prstGeom>
            <a:ln cap="flat" w="5080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 rot="3162877">
              <a:off x="1243540" y="178059"/>
              <a:ext cx="464182" cy="0"/>
            </a:xfrm>
            <a:prstGeom prst="line">
              <a:avLst/>
            </a:prstGeom>
            <a:ln cap="flat" w="5080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5545015" y="1444495"/>
            <a:ext cx="1228119" cy="307178"/>
            <a:chOff x="0" y="0"/>
            <a:chExt cx="1637492" cy="40957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657108" y="0"/>
              <a:ext cx="441668" cy="409570"/>
              <a:chOff x="0" y="0"/>
              <a:chExt cx="87243" cy="8090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30" id="30"/>
            <p:cNvSpPr/>
            <p:nvPr/>
          </p:nvSpPr>
          <p:spPr>
            <a:xfrm rot="-71610">
              <a:off x="481" y="149396"/>
              <a:ext cx="441152" cy="0"/>
            </a:xfrm>
            <a:prstGeom prst="line">
              <a:avLst/>
            </a:prstGeom>
            <a:ln cap="flat" w="5080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 rot="7520344">
              <a:off x="1237725" y="178059"/>
              <a:ext cx="464182" cy="0"/>
            </a:xfrm>
            <a:prstGeom prst="line">
              <a:avLst/>
            </a:prstGeom>
            <a:ln cap="flat" w="5080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 rot="3162877">
              <a:off x="1243540" y="178059"/>
              <a:ext cx="464182" cy="0"/>
            </a:xfrm>
            <a:prstGeom prst="line">
              <a:avLst/>
            </a:prstGeom>
            <a:ln cap="flat" w="5080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8025"/>
            <a:ext cx="19526405" cy="3559395"/>
            <a:chOff x="0" y="0"/>
            <a:chExt cx="26035207" cy="4745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736295"/>
            <a:ext cx="16230600" cy="10190497"/>
            <a:chOff x="0" y="0"/>
            <a:chExt cx="4274726" cy="26839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2683917"/>
            </a:xfrm>
            <a:custGeom>
              <a:avLst/>
              <a:gdLst/>
              <a:ahLst/>
              <a:cxnLst/>
              <a:rect r="r" b="b" t="t" l="l"/>
              <a:pathLst>
                <a:path h="2683917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664837"/>
                  </a:lnTo>
                  <a:cubicBezTo>
                    <a:pt x="4274726" y="2669897"/>
                    <a:pt x="4272716" y="2674750"/>
                    <a:pt x="4269137" y="2678329"/>
                  </a:cubicBezTo>
                  <a:cubicBezTo>
                    <a:pt x="4265559" y="2681907"/>
                    <a:pt x="4260706" y="2683917"/>
                    <a:pt x="4255646" y="2683917"/>
                  </a:cubicBezTo>
                  <a:lnTo>
                    <a:pt x="19080" y="2683917"/>
                  </a:lnTo>
                  <a:cubicBezTo>
                    <a:pt x="8542" y="2683917"/>
                    <a:pt x="0" y="2675375"/>
                    <a:pt x="0" y="266483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74726" cy="272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733319" y="1028700"/>
            <a:ext cx="1228119" cy="307178"/>
            <a:chOff x="0" y="0"/>
            <a:chExt cx="1637492" cy="40957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657108" y="0"/>
              <a:ext cx="441668" cy="409570"/>
              <a:chOff x="0" y="0"/>
              <a:chExt cx="87243" cy="8090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7243" cy="119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3" id="13"/>
            <p:cNvSpPr/>
            <p:nvPr/>
          </p:nvSpPr>
          <p:spPr>
            <a:xfrm rot="-71610">
              <a:off x="481" y="149396"/>
              <a:ext cx="441152" cy="0"/>
            </a:xfrm>
            <a:prstGeom prst="line">
              <a:avLst/>
            </a:prstGeom>
            <a:ln cap="flat" w="5080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rot="7520344">
              <a:off x="1237725" y="178059"/>
              <a:ext cx="464182" cy="0"/>
            </a:xfrm>
            <a:prstGeom prst="line">
              <a:avLst/>
            </a:prstGeom>
            <a:ln cap="flat" w="5080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 rot="3162877">
              <a:off x="1243540" y="178059"/>
              <a:ext cx="464182" cy="0"/>
            </a:xfrm>
            <a:prstGeom prst="line">
              <a:avLst/>
            </a:prstGeom>
            <a:ln cap="flat" w="5080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-5400000">
            <a:off x="-160375" y="5790063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095111" y="7896544"/>
            <a:ext cx="2068808" cy="1902218"/>
          </a:xfrm>
          <a:custGeom>
            <a:avLst/>
            <a:gdLst/>
            <a:ahLst/>
            <a:cxnLst/>
            <a:rect r="r" b="b" t="t" l="l"/>
            <a:pathLst>
              <a:path h="1902218" w="2068808">
                <a:moveTo>
                  <a:pt x="0" y="0"/>
                </a:moveTo>
                <a:lnTo>
                  <a:pt x="2068808" y="0"/>
                </a:lnTo>
                <a:lnTo>
                  <a:pt x="2068808" y="1902218"/>
                </a:lnTo>
                <a:lnTo>
                  <a:pt x="0" y="1902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9675" b="-31109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95111" y="5039025"/>
            <a:ext cx="6139443" cy="172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96"/>
              </a:lnSpc>
            </a:pPr>
            <a:r>
              <a:rPr lang="en-US" sz="12684">
                <a:solidFill>
                  <a:srgbClr val="141D70"/>
                </a:solidFill>
                <a:latin typeface="Poppins Bold"/>
                <a:ea typeface="Poppins Bold"/>
                <a:cs typeface="Poppins Bold"/>
                <a:sym typeface="Poppins Bold"/>
              </a:rPr>
              <a:t>ÍNDICE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34554" y="2764979"/>
            <a:ext cx="218582" cy="21858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1D7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8537" lIns="28537" bIns="28537" rIns="28537"/>
            <a:lstStyle/>
            <a:p>
              <a:pPr algn="ctr">
                <a:lnSpc>
                  <a:spcPts val="7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34554" y="4136536"/>
            <a:ext cx="218582" cy="21858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1D7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8537" lIns="28537" bIns="28537" rIns="28537"/>
            <a:lstStyle/>
            <a:p>
              <a:pPr algn="ctr">
                <a:lnSpc>
                  <a:spcPts val="7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34554" y="5905367"/>
            <a:ext cx="218582" cy="21858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1D7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8537" lIns="28537" bIns="28537" rIns="28537"/>
            <a:lstStyle/>
            <a:p>
              <a:pPr algn="ctr">
                <a:lnSpc>
                  <a:spcPts val="7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34554" y="7351560"/>
            <a:ext cx="218582" cy="21858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1D7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8537" lIns="28537" bIns="28537" rIns="28537"/>
            <a:lstStyle/>
            <a:p>
              <a:pPr algn="ctr">
                <a:lnSpc>
                  <a:spcPts val="78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656223" y="3113064"/>
            <a:ext cx="8162889" cy="79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7"/>
              </a:lnSpc>
              <a:spcBef>
                <a:spcPct val="0"/>
              </a:spcBef>
            </a:pPr>
            <a:r>
              <a:rPr lang="en-US" sz="2312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Estructura general del sistema, incluyendo sus componentes principales y cómo interactúan.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656223" y="2570237"/>
            <a:ext cx="7548829" cy="49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Arquitectura del sistema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56223" y="4928255"/>
            <a:ext cx="8305215" cy="79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7"/>
              </a:lnSpc>
              <a:spcBef>
                <a:spcPct val="0"/>
              </a:spcBef>
            </a:pPr>
            <a:r>
              <a:rPr lang="en-US" sz="2312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Comunicaciones entre los componentes del sistema y el diseño del protocolo Custom SPI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656223" y="3949677"/>
            <a:ext cx="6320710" cy="100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Buses de comunicación y protocolo de transporte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656223" y="6282869"/>
            <a:ext cx="8305215" cy="79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7"/>
              </a:lnSpc>
              <a:spcBef>
                <a:spcPct val="0"/>
              </a:spcBef>
            </a:pPr>
            <a:r>
              <a:rPr lang="en-US" sz="2312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Componentes físicos utilizados y cómo se han montado para formar el sistema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656223" y="5764868"/>
            <a:ext cx="7548829" cy="49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Implementación hardware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56223" y="7696039"/>
            <a:ext cx="7548829" cy="79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7"/>
              </a:lnSpc>
              <a:spcBef>
                <a:spcPct val="0"/>
              </a:spcBef>
            </a:pPr>
            <a:r>
              <a:rPr lang="en-US" sz="2312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Implementación de la redundancia para garantizar la fiabilidad y continuidad del sistema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656223" y="7178038"/>
            <a:ext cx="7548829" cy="49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Redundancia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56223" y="8532652"/>
            <a:ext cx="7548829" cy="49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Interfaz gráfica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34554" y="8722667"/>
            <a:ext cx="218582" cy="218582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1D7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8537" lIns="28537" bIns="28537" rIns="28537"/>
            <a:lstStyle/>
            <a:p>
              <a:pPr algn="ctr">
                <a:lnSpc>
                  <a:spcPts val="78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8656223" y="9098278"/>
            <a:ext cx="8305215" cy="79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7"/>
              </a:lnSpc>
              <a:spcBef>
                <a:spcPct val="0"/>
              </a:spcBef>
            </a:pPr>
            <a:r>
              <a:rPr lang="en-US" sz="2312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Descripción de la interfaz desarrollada para monitorizar y controlar el sistema de manera eficiente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656223" y="1252749"/>
            <a:ext cx="7548829" cy="498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Introducción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234554" y="1426258"/>
            <a:ext cx="218582" cy="218582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1D7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8537" lIns="28537" bIns="28537" rIns="28537"/>
            <a:lstStyle/>
            <a:p>
              <a:pPr algn="ctr">
                <a:lnSpc>
                  <a:spcPts val="78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8656223" y="1756422"/>
            <a:ext cx="8162889" cy="79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7"/>
              </a:lnSpc>
              <a:spcBef>
                <a:spcPct val="0"/>
              </a:spcBef>
            </a:pPr>
            <a:r>
              <a:rPr lang="en-US" sz="2312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Presentación del objetivo del proyecto y su importancia en el contexto industrial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E4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48918"/>
            <a:ext cx="19526405" cy="3559395"/>
            <a:chOff x="0" y="0"/>
            <a:chExt cx="26035207" cy="4745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8358" y="290595"/>
            <a:ext cx="17749246" cy="2034132"/>
            <a:chOff x="0" y="0"/>
            <a:chExt cx="5134399" cy="588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4399" cy="588422"/>
            </a:xfrm>
            <a:custGeom>
              <a:avLst/>
              <a:gdLst/>
              <a:ahLst/>
              <a:cxnLst/>
              <a:rect r="r" b="b" t="t" l="l"/>
              <a:pathLst>
                <a:path h="588422" w="5134399">
                  <a:moveTo>
                    <a:pt x="17447" y="0"/>
                  </a:moveTo>
                  <a:lnTo>
                    <a:pt x="5116951" y="0"/>
                  </a:lnTo>
                  <a:cubicBezTo>
                    <a:pt x="5126587" y="0"/>
                    <a:pt x="5134399" y="7811"/>
                    <a:pt x="5134399" y="17447"/>
                  </a:cubicBezTo>
                  <a:lnTo>
                    <a:pt x="5134399" y="570974"/>
                  </a:lnTo>
                  <a:cubicBezTo>
                    <a:pt x="5134399" y="580610"/>
                    <a:pt x="5126587" y="588422"/>
                    <a:pt x="5116951" y="588422"/>
                  </a:cubicBezTo>
                  <a:lnTo>
                    <a:pt x="17447" y="588422"/>
                  </a:lnTo>
                  <a:cubicBezTo>
                    <a:pt x="7811" y="588422"/>
                    <a:pt x="0" y="580610"/>
                    <a:pt x="0" y="570974"/>
                  </a:cubicBezTo>
                  <a:lnTo>
                    <a:pt x="0" y="17447"/>
                  </a:lnTo>
                  <a:cubicBezTo>
                    <a:pt x="0" y="7811"/>
                    <a:pt x="7811" y="0"/>
                    <a:pt x="17447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34399" cy="62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0346" y="1028700"/>
            <a:ext cx="810787" cy="540187"/>
          </a:xfrm>
          <a:custGeom>
            <a:avLst/>
            <a:gdLst/>
            <a:ahLst/>
            <a:cxnLst/>
            <a:rect r="r" b="b" t="t" l="l"/>
            <a:pathLst>
              <a:path h="540187" w="810787">
                <a:moveTo>
                  <a:pt x="0" y="0"/>
                </a:moveTo>
                <a:lnTo>
                  <a:pt x="810787" y="0"/>
                </a:lnTo>
                <a:lnTo>
                  <a:pt x="810787" y="540187"/>
                </a:lnTo>
                <a:lnTo>
                  <a:pt x="0" y="540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73256" y="2610476"/>
            <a:ext cx="15141488" cy="7461627"/>
            <a:chOff x="0" y="0"/>
            <a:chExt cx="4380042" cy="2158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0042" cy="2158456"/>
            </a:xfrm>
            <a:custGeom>
              <a:avLst/>
              <a:gdLst/>
              <a:ahLst/>
              <a:cxnLst/>
              <a:rect r="r" b="b" t="t" l="l"/>
              <a:pathLst>
                <a:path h="2158456" w="4380042">
                  <a:moveTo>
                    <a:pt x="20452" y="0"/>
                  </a:moveTo>
                  <a:lnTo>
                    <a:pt x="4359589" y="0"/>
                  </a:lnTo>
                  <a:cubicBezTo>
                    <a:pt x="4370885" y="0"/>
                    <a:pt x="4380042" y="9157"/>
                    <a:pt x="4380042" y="20452"/>
                  </a:cubicBezTo>
                  <a:lnTo>
                    <a:pt x="4380042" y="2138004"/>
                  </a:lnTo>
                  <a:cubicBezTo>
                    <a:pt x="4380042" y="2143428"/>
                    <a:pt x="4377887" y="2148630"/>
                    <a:pt x="4374051" y="2152466"/>
                  </a:cubicBezTo>
                  <a:cubicBezTo>
                    <a:pt x="4370216" y="2156301"/>
                    <a:pt x="4365014" y="2158456"/>
                    <a:pt x="4359589" y="2158456"/>
                  </a:cubicBezTo>
                  <a:lnTo>
                    <a:pt x="20452" y="2158456"/>
                  </a:lnTo>
                  <a:cubicBezTo>
                    <a:pt x="9157" y="2158456"/>
                    <a:pt x="0" y="2149299"/>
                    <a:pt x="0" y="2138004"/>
                  </a:cubicBezTo>
                  <a:lnTo>
                    <a:pt x="0" y="20452"/>
                  </a:lnTo>
                  <a:cubicBezTo>
                    <a:pt x="0" y="9157"/>
                    <a:pt x="9157" y="0"/>
                    <a:pt x="20452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80042" cy="2196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122813" y="2943851"/>
            <a:ext cx="1118162" cy="279675"/>
            <a:chOff x="0" y="0"/>
            <a:chExt cx="1490882" cy="3729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598275" y="0"/>
              <a:ext cx="402124" cy="372900"/>
              <a:chOff x="0" y="0"/>
              <a:chExt cx="87243" cy="8090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2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7" id="17"/>
            <p:cNvSpPr/>
            <p:nvPr/>
          </p:nvSpPr>
          <p:spPr>
            <a:xfrm rot="-71610">
              <a:off x="438" y="136020"/>
              <a:ext cx="401654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rot="7520344">
              <a:off x="1126908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rot="3162877">
              <a:off x="1132202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991297" y="1473900"/>
            <a:ext cx="3747434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6"/>
              </a:lnSpc>
              <a:spcBef>
                <a:spcPct val="0"/>
              </a:spcBef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ARQ.</a:t>
            </a: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 del sistema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76288" y="619640"/>
            <a:ext cx="4629025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BUSES Y PROTOCOLO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8556" y="1473900"/>
            <a:ext cx="624070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IMPLEMENTACIÓN HARDWARE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50051" y="619640"/>
            <a:ext cx="3435763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INTRODUCCIÓN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88490" y="5355036"/>
            <a:ext cx="12034323" cy="274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6"/>
              </a:lnSpc>
            </a:pPr>
            <a:r>
              <a:rPr lang="en-US" sz="2611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Este proyecto se centra en el diseño e implementación de un sistema de control redundante con Arduino Nano, aplicado a la simulación de un tanque de reacción. El objetivo es garantizar la seguridad y continuidad en procesos críticos de la industria química mediante la detección y corrección eficiente de fallos, utilizando un protocolo de comunicación "Custom SPI" para la operación concurrente de múltiples controladores.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62929" y="4082388"/>
            <a:ext cx="7202205" cy="97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6"/>
              </a:lnSpc>
            </a:pPr>
            <a:r>
              <a:rPr lang="en-US" sz="71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INTRODUCCIÓN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996725" y="8216986"/>
            <a:ext cx="1239221" cy="1604169"/>
          </a:xfrm>
          <a:custGeom>
            <a:avLst/>
            <a:gdLst/>
            <a:ahLst/>
            <a:cxnLst/>
            <a:rect r="r" b="b" t="t" l="l"/>
            <a:pathLst>
              <a:path h="1604169" w="1239221">
                <a:moveTo>
                  <a:pt x="0" y="0"/>
                </a:moveTo>
                <a:lnTo>
                  <a:pt x="1239220" y="0"/>
                </a:lnTo>
                <a:lnTo>
                  <a:pt x="1239220" y="1604169"/>
                </a:lnTo>
                <a:lnTo>
                  <a:pt x="0" y="1604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16356366" y="5706324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384572" y="5706324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195787" y="619640"/>
            <a:ext cx="328593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REDUNDANCIA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99080" y="1473900"/>
            <a:ext cx="403451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INTERFAZ GRÁFICA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48918"/>
            <a:ext cx="19526405" cy="3559395"/>
            <a:chOff x="0" y="0"/>
            <a:chExt cx="26035207" cy="4745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8358" y="290595"/>
            <a:ext cx="17749246" cy="2034132"/>
            <a:chOff x="0" y="0"/>
            <a:chExt cx="5134399" cy="588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4399" cy="588422"/>
            </a:xfrm>
            <a:custGeom>
              <a:avLst/>
              <a:gdLst/>
              <a:ahLst/>
              <a:cxnLst/>
              <a:rect r="r" b="b" t="t" l="l"/>
              <a:pathLst>
                <a:path h="588422" w="5134399">
                  <a:moveTo>
                    <a:pt x="17447" y="0"/>
                  </a:moveTo>
                  <a:lnTo>
                    <a:pt x="5116951" y="0"/>
                  </a:lnTo>
                  <a:cubicBezTo>
                    <a:pt x="5126587" y="0"/>
                    <a:pt x="5134399" y="7811"/>
                    <a:pt x="5134399" y="17447"/>
                  </a:cubicBezTo>
                  <a:lnTo>
                    <a:pt x="5134399" y="570974"/>
                  </a:lnTo>
                  <a:cubicBezTo>
                    <a:pt x="5134399" y="580610"/>
                    <a:pt x="5126587" y="588422"/>
                    <a:pt x="5116951" y="588422"/>
                  </a:cubicBezTo>
                  <a:lnTo>
                    <a:pt x="17447" y="588422"/>
                  </a:lnTo>
                  <a:cubicBezTo>
                    <a:pt x="7811" y="588422"/>
                    <a:pt x="0" y="580610"/>
                    <a:pt x="0" y="570974"/>
                  </a:cubicBezTo>
                  <a:lnTo>
                    <a:pt x="0" y="17447"/>
                  </a:lnTo>
                  <a:cubicBezTo>
                    <a:pt x="0" y="7811"/>
                    <a:pt x="7811" y="0"/>
                    <a:pt x="17447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34399" cy="62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0346" y="1028700"/>
            <a:ext cx="810787" cy="540187"/>
          </a:xfrm>
          <a:custGeom>
            <a:avLst/>
            <a:gdLst/>
            <a:ahLst/>
            <a:cxnLst/>
            <a:rect r="r" b="b" t="t" l="l"/>
            <a:pathLst>
              <a:path h="540187" w="810787">
                <a:moveTo>
                  <a:pt x="0" y="0"/>
                </a:moveTo>
                <a:lnTo>
                  <a:pt x="810787" y="0"/>
                </a:lnTo>
                <a:lnTo>
                  <a:pt x="810787" y="540187"/>
                </a:lnTo>
                <a:lnTo>
                  <a:pt x="0" y="540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73256" y="2610476"/>
            <a:ext cx="15141488" cy="7461627"/>
            <a:chOff x="0" y="0"/>
            <a:chExt cx="4380042" cy="2158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0042" cy="2158456"/>
            </a:xfrm>
            <a:custGeom>
              <a:avLst/>
              <a:gdLst/>
              <a:ahLst/>
              <a:cxnLst/>
              <a:rect r="r" b="b" t="t" l="l"/>
              <a:pathLst>
                <a:path h="2158456" w="4380042">
                  <a:moveTo>
                    <a:pt x="20452" y="0"/>
                  </a:moveTo>
                  <a:lnTo>
                    <a:pt x="4359589" y="0"/>
                  </a:lnTo>
                  <a:cubicBezTo>
                    <a:pt x="4370885" y="0"/>
                    <a:pt x="4380042" y="9157"/>
                    <a:pt x="4380042" y="20452"/>
                  </a:cubicBezTo>
                  <a:lnTo>
                    <a:pt x="4380042" y="2138004"/>
                  </a:lnTo>
                  <a:cubicBezTo>
                    <a:pt x="4380042" y="2143428"/>
                    <a:pt x="4377887" y="2148630"/>
                    <a:pt x="4374051" y="2152466"/>
                  </a:cubicBezTo>
                  <a:cubicBezTo>
                    <a:pt x="4370216" y="2156301"/>
                    <a:pt x="4365014" y="2158456"/>
                    <a:pt x="4359589" y="2158456"/>
                  </a:cubicBezTo>
                  <a:lnTo>
                    <a:pt x="20452" y="2158456"/>
                  </a:lnTo>
                  <a:cubicBezTo>
                    <a:pt x="9157" y="2158456"/>
                    <a:pt x="0" y="2149299"/>
                    <a:pt x="0" y="2138004"/>
                  </a:cubicBezTo>
                  <a:lnTo>
                    <a:pt x="0" y="20452"/>
                  </a:lnTo>
                  <a:cubicBezTo>
                    <a:pt x="0" y="9157"/>
                    <a:pt x="9157" y="0"/>
                    <a:pt x="20452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80042" cy="2196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168255" y="3080239"/>
            <a:ext cx="1118162" cy="279675"/>
            <a:chOff x="0" y="0"/>
            <a:chExt cx="1490882" cy="3729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598275" y="0"/>
              <a:ext cx="402124" cy="372900"/>
              <a:chOff x="0" y="0"/>
              <a:chExt cx="87243" cy="8090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2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7" id="17"/>
            <p:cNvSpPr/>
            <p:nvPr/>
          </p:nvSpPr>
          <p:spPr>
            <a:xfrm rot="-71610">
              <a:off x="438" y="136020"/>
              <a:ext cx="401654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rot="7520344">
              <a:off x="1126908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rot="3162877">
              <a:off x="1132202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-5400000">
            <a:off x="16356366" y="5706324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384572" y="5706324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933877" y="1473900"/>
            <a:ext cx="3893388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6"/>
              </a:lnSpc>
              <a:spcBef>
                <a:spcPct val="0"/>
              </a:spcBef>
            </a:pPr>
            <a:r>
              <a:rPr lang="en-US" sz="3426">
                <a:solidFill>
                  <a:srgbClr val="595757"/>
                </a:solidFill>
                <a:latin typeface="Poppins Bold"/>
                <a:ea typeface="Poppins Bold"/>
                <a:cs typeface="Poppins Bold"/>
                <a:sym typeface="Poppins Bold"/>
              </a:rPr>
              <a:t>ARQ.</a:t>
            </a:r>
            <a:r>
              <a:rPr lang="en-US" sz="3426">
                <a:solidFill>
                  <a:srgbClr val="595757"/>
                </a:solidFill>
                <a:latin typeface="Poppins Bold"/>
                <a:ea typeface="Poppins Bold"/>
                <a:cs typeface="Poppins Bold"/>
                <a:sym typeface="Poppins Bold"/>
              </a:rPr>
              <a:t> del sistema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89436" y="1473900"/>
            <a:ext cx="624070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IMPLEMENTACIÓN HARDWARE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07030" y="619640"/>
            <a:ext cx="3435763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650579" y="4625159"/>
            <a:ext cx="12926550" cy="5126377"/>
          </a:xfrm>
          <a:custGeom>
            <a:avLst/>
            <a:gdLst/>
            <a:ahLst/>
            <a:cxnLst/>
            <a:rect r="r" b="b" t="t" l="l"/>
            <a:pathLst>
              <a:path h="5126377" w="12926550">
                <a:moveTo>
                  <a:pt x="0" y="0"/>
                </a:moveTo>
                <a:lnTo>
                  <a:pt x="12926550" y="0"/>
                </a:lnTo>
                <a:lnTo>
                  <a:pt x="12926550" y="5126377"/>
                </a:lnTo>
                <a:lnTo>
                  <a:pt x="0" y="51263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025605" y="8249045"/>
            <a:ext cx="1239221" cy="1604169"/>
          </a:xfrm>
          <a:custGeom>
            <a:avLst/>
            <a:gdLst/>
            <a:ahLst/>
            <a:cxnLst/>
            <a:rect r="r" b="b" t="t" l="l"/>
            <a:pathLst>
              <a:path h="1604169" w="1239221">
                <a:moveTo>
                  <a:pt x="0" y="0"/>
                </a:moveTo>
                <a:lnTo>
                  <a:pt x="1239221" y="0"/>
                </a:lnTo>
                <a:lnTo>
                  <a:pt x="1239221" y="1604169"/>
                </a:lnTo>
                <a:lnTo>
                  <a:pt x="0" y="16041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560664" y="3464689"/>
            <a:ext cx="13166672" cy="97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6"/>
              </a:lnSpc>
            </a:pPr>
            <a:r>
              <a:rPr lang="en-US" sz="71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 DEL SISTEMA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82640" y="619640"/>
            <a:ext cx="328593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REDUNDANCIA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92306" y="1473900"/>
            <a:ext cx="403451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INTERFAZ GRÁFICA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48690" y="619640"/>
            <a:ext cx="4629025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BUSES Y PROTOCOLO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9203" y="8507303"/>
            <a:ext cx="19526405" cy="3559395"/>
            <a:chOff x="0" y="0"/>
            <a:chExt cx="26035207" cy="4745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6931" y="1536004"/>
            <a:ext cx="7872801" cy="7900319"/>
            <a:chOff x="0" y="0"/>
            <a:chExt cx="2277398" cy="2285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7398" cy="2285358"/>
            </a:xfrm>
            <a:custGeom>
              <a:avLst/>
              <a:gdLst/>
              <a:ahLst/>
              <a:cxnLst/>
              <a:rect r="r" b="b" t="t" l="l"/>
              <a:pathLst>
                <a:path h="2285358" w="2277398">
                  <a:moveTo>
                    <a:pt x="39335" y="0"/>
                  </a:moveTo>
                  <a:lnTo>
                    <a:pt x="2238063" y="0"/>
                  </a:lnTo>
                  <a:cubicBezTo>
                    <a:pt x="2259787" y="0"/>
                    <a:pt x="2277398" y="17611"/>
                    <a:pt x="2277398" y="39335"/>
                  </a:cubicBezTo>
                  <a:lnTo>
                    <a:pt x="2277398" y="2246023"/>
                  </a:lnTo>
                  <a:cubicBezTo>
                    <a:pt x="2277398" y="2267747"/>
                    <a:pt x="2259787" y="2285358"/>
                    <a:pt x="2238063" y="2285358"/>
                  </a:cubicBezTo>
                  <a:lnTo>
                    <a:pt x="39335" y="2285358"/>
                  </a:lnTo>
                  <a:cubicBezTo>
                    <a:pt x="17611" y="2285358"/>
                    <a:pt x="0" y="2267747"/>
                    <a:pt x="0" y="2246023"/>
                  </a:cubicBezTo>
                  <a:lnTo>
                    <a:pt x="0" y="39335"/>
                  </a:lnTo>
                  <a:cubicBezTo>
                    <a:pt x="0" y="17611"/>
                    <a:pt x="17611" y="0"/>
                    <a:pt x="39335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77398" cy="2323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30718" y="1886296"/>
            <a:ext cx="1118162" cy="279675"/>
            <a:chOff x="0" y="0"/>
            <a:chExt cx="1490882" cy="3729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598275" y="0"/>
              <a:ext cx="402124" cy="372900"/>
              <a:chOff x="0" y="0"/>
              <a:chExt cx="87243" cy="8090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2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3" id="13"/>
            <p:cNvSpPr/>
            <p:nvPr/>
          </p:nvSpPr>
          <p:spPr>
            <a:xfrm rot="-71610">
              <a:off x="438" y="136020"/>
              <a:ext cx="401654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rot="7520344">
              <a:off x="1126908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 rot="3162877">
              <a:off x="1132202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-5400000">
            <a:off x="-441860" y="5589271"/>
            <a:ext cx="1410765" cy="233417"/>
          </a:xfrm>
          <a:custGeom>
            <a:avLst/>
            <a:gdLst/>
            <a:ahLst/>
            <a:cxnLst/>
            <a:rect r="r" b="b" t="t" l="l"/>
            <a:pathLst>
              <a:path h="233417" w="1410765">
                <a:moveTo>
                  <a:pt x="0" y="0"/>
                </a:moveTo>
                <a:lnTo>
                  <a:pt x="1410765" y="0"/>
                </a:lnTo>
                <a:lnTo>
                  <a:pt x="1410765" y="233418"/>
                </a:lnTo>
                <a:lnTo>
                  <a:pt x="0" y="233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8059518" y="5589271"/>
            <a:ext cx="1410765" cy="233417"/>
          </a:xfrm>
          <a:custGeom>
            <a:avLst/>
            <a:gdLst/>
            <a:ahLst/>
            <a:cxnLst/>
            <a:rect r="r" b="b" t="t" l="l"/>
            <a:pathLst>
              <a:path h="233417" w="1410765">
                <a:moveTo>
                  <a:pt x="0" y="0"/>
                </a:moveTo>
                <a:lnTo>
                  <a:pt x="1410765" y="0"/>
                </a:lnTo>
                <a:lnTo>
                  <a:pt x="1410765" y="233418"/>
                </a:lnTo>
                <a:lnTo>
                  <a:pt x="0" y="233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028845" y="1536004"/>
            <a:ext cx="7874267" cy="7900319"/>
            <a:chOff x="0" y="0"/>
            <a:chExt cx="2277822" cy="22853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7822" cy="2285358"/>
            </a:xfrm>
            <a:custGeom>
              <a:avLst/>
              <a:gdLst/>
              <a:ahLst/>
              <a:cxnLst/>
              <a:rect r="r" b="b" t="t" l="l"/>
              <a:pathLst>
                <a:path h="2285358" w="2277822">
                  <a:moveTo>
                    <a:pt x="39328" y="0"/>
                  </a:moveTo>
                  <a:lnTo>
                    <a:pt x="2238494" y="0"/>
                  </a:lnTo>
                  <a:cubicBezTo>
                    <a:pt x="2260214" y="0"/>
                    <a:pt x="2277822" y="17608"/>
                    <a:pt x="2277822" y="39328"/>
                  </a:cubicBezTo>
                  <a:lnTo>
                    <a:pt x="2277822" y="2246031"/>
                  </a:lnTo>
                  <a:cubicBezTo>
                    <a:pt x="2277822" y="2256461"/>
                    <a:pt x="2273679" y="2266464"/>
                    <a:pt x="2266303" y="2273840"/>
                  </a:cubicBezTo>
                  <a:cubicBezTo>
                    <a:pt x="2258928" y="2281215"/>
                    <a:pt x="2248925" y="2285358"/>
                    <a:pt x="2238494" y="2285358"/>
                  </a:cubicBezTo>
                  <a:lnTo>
                    <a:pt x="39328" y="2285358"/>
                  </a:lnTo>
                  <a:cubicBezTo>
                    <a:pt x="17608" y="2285358"/>
                    <a:pt x="0" y="2267751"/>
                    <a:pt x="0" y="2246031"/>
                  </a:cubicBezTo>
                  <a:lnTo>
                    <a:pt x="0" y="39328"/>
                  </a:lnTo>
                  <a:cubicBezTo>
                    <a:pt x="0" y="17608"/>
                    <a:pt x="17608" y="0"/>
                    <a:pt x="39328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277822" cy="2323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458107" y="1886296"/>
            <a:ext cx="1118162" cy="279675"/>
            <a:chOff x="0" y="0"/>
            <a:chExt cx="1490882" cy="3729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598275" y="0"/>
              <a:ext cx="402124" cy="372900"/>
              <a:chOff x="0" y="0"/>
              <a:chExt cx="87243" cy="8090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2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25" id="25"/>
            <p:cNvSpPr/>
            <p:nvPr/>
          </p:nvSpPr>
          <p:spPr>
            <a:xfrm rot="-71610">
              <a:off x="438" y="136020"/>
              <a:ext cx="401654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rot="7520344">
              <a:off x="1126908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 rot="3162877">
              <a:off x="1132202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6120930" y="8802961"/>
            <a:ext cx="455339" cy="455339"/>
          </a:xfrm>
          <a:custGeom>
            <a:avLst/>
            <a:gdLst/>
            <a:ahLst/>
            <a:cxnLst/>
            <a:rect r="r" b="b" t="t" l="l"/>
            <a:pathLst>
              <a:path h="455339" w="455339">
                <a:moveTo>
                  <a:pt x="0" y="0"/>
                </a:moveTo>
                <a:lnTo>
                  <a:pt x="455339" y="0"/>
                </a:lnTo>
                <a:lnTo>
                  <a:pt x="455339" y="455339"/>
                </a:lnTo>
                <a:lnTo>
                  <a:pt x="0" y="45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793541" y="8802961"/>
            <a:ext cx="455339" cy="455339"/>
          </a:xfrm>
          <a:custGeom>
            <a:avLst/>
            <a:gdLst/>
            <a:ahLst/>
            <a:cxnLst/>
            <a:rect r="r" b="b" t="t" l="l"/>
            <a:pathLst>
              <a:path h="455339" w="455339">
                <a:moveTo>
                  <a:pt x="0" y="0"/>
                </a:moveTo>
                <a:lnTo>
                  <a:pt x="455339" y="0"/>
                </a:lnTo>
                <a:lnTo>
                  <a:pt x="455339" y="455339"/>
                </a:lnTo>
                <a:lnTo>
                  <a:pt x="0" y="45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664842" y="430982"/>
            <a:ext cx="1188916" cy="1195436"/>
          </a:xfrm>
          <a:custGeom>
            <a:avLst/>
            <a:gdLst/>
            <a:ahLst/>
            <a:cxnLst/>
            <a:rect r="r" b="b" t="t" l="l"/>
            <a:pathLst>
              <a:path h="1195436" w="1188916">
                <a:moveTo>
                  <a:pt x="0" y="0"/>
                </a:moveTo>
                <a:lnTo>
                  <a:pt x="1188916" y="0"/>
                </a:lnTo>
                <a:lnTo>
                  <a:pt x="1188916" y="1195436"/>
                </a:lnTo>
                <a:lnTo>
                  <a:pt x="0" y="11954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6471" y="2267591"/>
            <a:ext cx="7907127" cy="805089"/>
          </a:xfrm>
          <a:custGeom>
            <a:avLst/>
            <a:gdLst/>
            <a:ahLst/>
            <a:cxnLst/>
            <a:rect r="r" b="b" t="t" l="l"/>
            <a:pathLst>
              <a:path h="805089" w="7907127">
                <a:moveTo>
                  <a:pt x="0" y="0"/>
                </a:moveTo>
                <a:lnTo>
                  <a:pt x="7907127" y="0"/>
                </a:lnTo>
                <a:lnTo>
                  <a:pt x="7907127" y="805089"/>
                </a:lnTo>
                <a:lnTo>
                  <a:pt x="0" y="805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764901" y="2272091"/>
            <a:ext cx="7862923" cy="800589"/>
          </a:xfrm>
          <a:custGeom>
            <a:avLst/>
            <a:gdLst/>
            <a:ahLst/>
            <a:cxnLst/>
            <a:rect r="r" b="b" t="t" l="l"/>
            <a:pathLst>
              <a:path h="800589" w="7862923">
                <a:moveTo>
                  <a:pt x="0" y="0"/>
                </a:moveTo>
                <a:lnTo>
                  <a:pt x="7862923" y="0"/>
                </a:lnTo>
                <a:lnTo>
                  <a:pt x="7862923" y="800589"/>
                </a:lnTo>
                <a:lnTo>
                  <a:pt x="0" y="8005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144000" y="3805815"/>
            <a:ext cx="3228012" cy="4581694"/>
          </a:xfrm>
          <a:custGeom>
            <a:avLst/>
            <a:gdLst/>
            <a:ahLst/>
            <a:cxnLst/>
            <a:rect r="r" b="b" t="t" l="l"/>
            <a:pathLst>
              <a:path h="4581694" w="3228012">
                <a:moveTo>
                  <a:pt x="0" y="0"/>
                </a:moveTo>
                <a:lnTo>
                  <a:pt x="3228012" y="0"/>
                </a:lnTo>
                <a:lnTo>
                  <a:pt x="3228012" y="4581693"/>
                </a:lnTo>
                <a:lnTo>
                  <a:pt x="0" y="45816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830" t="-1631" r="-1941" b="-744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47742" y="2461246"/>
            <a:ext cx="6537267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34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PROCESO QUÍMICO SIMULADO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29014" y="3620132"/>
            <a:ext cx="6364527" cy="459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6"/>
              </a:lnSpc>
            </a:pPr>
            <a:r>
              <a:rPr lang="en-US" sz="2611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La saponificación es un proceso químico que consiste en la reacción de una base (usualmente sosa cáustica, NaOH) con un ácido graso (aceites o grasas) para producir jabón y glicerina.</a:t>
            </a:r>
          </a:p>
          <a:p>
            <a:pPr algn="just">
              <a:lnSpc>
                <a:spcPts val="3656"/>
              </a:lnSpc>
            </a:pPr>
          </a:p>
          <a:p>
            <a:pPr algn="just">
              <a:lnSpc>
                <a:spcPts val="3656"/>
              </a:lnSpc>
            </a:pPr>
            <a:r>
              <a:rPr lang="en-US" sz="2611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En el contexto de este proyecto, la simulación de la saponificación permite probar y validar la robustez y eficiencia del sistema de control diseñado.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25816" y="2458996"/>
            <a:ext cx="4852566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34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TANQUE DE REACCIÓN</a:t>
            </a:r>
          </a:p>
        </p:txBody>
      </p: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12376867" y="3199375"/>
            <a:ext cx="5476891" cy="5476891"/>
            <a:chOff x="0" y="0"/>
            <a:chExt cx="6350000" cy="635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02870" y="638810"/>
              <a:ext cx="6149340" cy="5613400"/>
            </a:xfrm>
            <a:custGeom>
              <a:avLst/>
              <a:gdLst/>
              <a:ahLst/>
              <a:cxnLst/>
              <a:rect r="r" b="b" t="t" l="l"/>
              <a:pathLst>
                <a:path h="5613400" w="6149340">
                  <a:moveTo>
                    <a:pt x="6149340" y="5613400"/>
                  </a:moveTo>
                  <a:lnTo>
                    <a:pt x="0" y="56134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5613400"/>
                  </a:lnTo>
                  <a:lnTo>
                    <a:pt x="6149340" y="5613400"/>
                  </a:lnTo>
                  <a:close/>
                </a:path>
              </a:pathLst>
            </a:custGeom>
            <a:blipFill>
              <a:blip r:embed="rId13"/>
              <a:stretch>
                <a:fillRect l="0" t="-2716" r="0" b="-2716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02870" y="105410"/>
              <a:ext cx="6149340" cy="431800"/>
            </a:xfrm>
            <a:custGeom>
              <a:avLst/>
              <a:gdLst/>
              <a:ahLst/>
              <a:cxnLst/>
              <a:rect r="r" b="b" t="t" l="l"/>
              <a:pathLst>
                <a:path h="431800" w="6149340">
                  <a:moveTo>
                    <a:pt x="614934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431800"/>
                  </a:lnTo>
                  <a:lnTo>
                    <a:pt x="6149340" y="431800"/>
                  </a:lnTo>
                  <a:close/>
                </a:path>
              </a:pathLst>
            </a:custGeom>
            <a:solidFill>
              <a:srgbClr val="F6EB61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02870" y="10541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4318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1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270" y="3810"/>
              <a:ext cx="635254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2540">
                  <a:moveTo>
                    <a:pt x="0" y="0"/>
                  </a:moveTo>
                  <a:lnTo>
                    <a:pt x="0" y="533400"/>
                  </a:lnTo>
                  <a:lnTo>
                    <a:pt x="0" y="635000"/>
                  </a:lnTo>
                  <a:lnTo>
                    <a:pt x="0" y="6350000"/>
                  </a:lnTo>
                  <a:lnTo>
                    <a:pt x="6352540" y="6350000"/>
                  </a:lnTo>
                  <a:lnTo>
                    <a:pt x="6352540" y="635000"/>
                  </a:lnTo>
                  <a:lnTo>
                    <a:pt x="6352540" y="533400"/>
                  </a:lnTo>
                  <a:lnTo>
                    <a:pt x="6352540" y="0"/>
                  </a:lnTo>
                  <a:lnTo>
                    <a:pt x="0" y="0"/>
                  </a:lnTo>
                  <a:close/>
                  <a:moveTo>
                    <a:pt x="101600" y="101600"/>
                  </a:moveTo>
                  <a:lnTo>
                    <a:pt x="533400" y="101600"/>
                  </a:lnTo>
                  <a:lnTo>
                    <a:pt x="533400" y="533400"/>
                  </a:lnTo>
                  <a:lnTo>
                    <a:pt x="101600" y="533400"/>
                  </a:lnTo>
                  <a:lnTo>
                    <a:pt x="101600" y="101600"/>
                  </a:lnTo>
                  <a:close/>
                  <a:moveTo>
                    <a:pt x="6249670" y="6248400"/>
                  </a:moveTo>
                  <a:lnTo>
                    <a:pt x="101600" y="6248400"/>
                  </a:lnTo>
                  <a:lnTo>
                    <a:pt x="101600" y="635000"/>
                  </a:lnTo>
                  <a:lnTo>
                    <a:pt x="635000" y="635000"/>
                  </a:lnTo>
                  <a:lnTo>
                    <a:pt x="6249670" y="635000"/>
                  </a:lnTo>
                  <a:lnTo>
                    <a:pt x="6249670" y="6248400"/>
                  </a:lnTo>
                  <a:lnTo>
                    <a:pt x="6249670" y="6248400"/>
                  </a:lnTo>
                  <a:lnTo>
                    <a:pt x="6249670" y="6248400"/>
                  </a:lnTo>
                  <a:close/>
                  <a:moveTo>
                    <a:pt x="6250940" y="533400"/>
                  </a:moveTo>
                  <a:lnTo>
                    <a:pt x="636270" y="533400"/>
                  </a:lnTo>
                  <a:lnTo>
                    <a:pt x="636270" y="101600"/>
                  </a:lnTo>
                  <a:lnTo>
                    <a:pt x="6250940" y="101600"/>
                  </a:lnTo>
                  <a:lnTo>
                    <a:pt x="6250940" y="533400"/>
                  </a:lnTo>
                  <a:close/>
                  <a:moveTo>
                    <a:pt x="373380" y="317500"/>
                  </a:moveTo>
                  <a:lnTo>
                    <a:pt x="472440" y="416560"/>
                  </a:lnTo>
                  <a:lnTo>
                    <a:pt x="417830" y="471170"/>
                  </a:lnTo>
                  <a:lnTo>
                    <a:pt x="317500" y="372110"/>
                  </a:lnTo>
                  <a:lnTo>
                    <a:pt x="218440" y="471170"/>
                  </a:lnTo>
                  <a:lnTo>
                    <a:pt x="163830" y="416560"/>
                  </a:lnTo>
                  <a:lnTo>
                    <a:pt x="262890" y="317500"/>
                  </a:lnTo>
                  <a:lnTo>
                    <a:pt x="163830" y="218440"/>
                  </a:lnTo>
                  <a:lnTo>
                    <a:pt x="218440" y="163830"/>
                  </a:lnTo>
                  <a:lnTo>
                    <a:pt x="317500" y="262890"/>
                  </a:lnTo>
                  <a:lnTo>
                    <a:pt x="416560" y="163830"/>
                  </a:lnTo>
                  <a:lnTo>
                    <a:pt x="472440" y="218440"/>
                  </a:lnTo>
                  <a:lnTo>
                    <a:pt x="373380" y="317500"/>
                  </a:lnTo>
                  <a:close/>
                </a:path>
              </a:pathLst>
            </a:custGeom>
            <a:solidFill>
              <a:srgbClr val="595757"/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-5400000">
            <a:off x="17384054" y="5589271"/>
            <a:ext cx="1410765" cy="233417"/>
          </a:xfrm>
          <a:custGeom>
            <a:avLst/>
            <a:gdLst/>
            <a:ahLst/>
            <a:cxnLst/>
            <a:rect r="r" b="b" t="t" l="l"/>
            <a:pathLst>
              <a:path h="233417" w="1410765">
                <a:moveTo>
                  <a:pt x="0" y="0"/>
                </a:moveTo>
                <a:lnTo>
                  <a:pt x="1410765" y="0"/>
                </a:lnTo>
                <a:lnTo>
                  <a:pt x="1410765" y="233418"/>
                </a:lnTo>
                <a:lnTo>
                  <a:pt x="0" y="233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54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48918"/>
            <a:ext cx="19526405" cy="3559395"/>
            <a:chOff x="0" y="0"/>
            <a:chExt cx="26035207" cy="4745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8358" y="290595"/>
            <a:ext cx="17749246" cy="2034132"/>
            <a:chOff x="0" y="0"/>
            <a:chExt cx="5134399" cy="588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4399" cy="588422"/>
            </a:xfrm>
            <a:custGeom>
              <a:avLst/>
              <a:gdLst/>
              <a:ahLst/>
              <a:cxnLst/>
              <a:rect r="r" b="b" t="t" l="l"/>
              <a:pathLst>
                <a:path h="588422" w="5134399">
                  <a:moveTo>
                    <a:pt x="17447" y="0"/>
                  </a:moveTo>
                  <a:lnTo>
                    <a:pt x="5116951" y="0"/>
                  </a:lnTo>
                  <a:cubicBezTo>
                    <a:pt x="5126587" y="0"/>
                    <a:pt x="5134399" y="7811"/>
                    <a:pt x="5134399" y="17447"/>
                  </a:cubicBezTo>
                  <a:lnTo>
                    <a:pt x="5134399" y="570974"/>
                  </a:lnTo>
                  <a:cubicBezTo>
                    <a:pt x="5134399" y="580610"/>
                    <a:pt x="5126587" y="588422"/>
                    <a:pt x="5116951" y="588422"/>
                  </a:cubicBezTo>
                  <a:lnTo>
                    <a:pt x="17447" y="588422"/>
                  </a:lnTo>
                  <a:cubicBezTo>
                    <a:pt x="7811" y="588422"/>
                    <a:pt x="0" y="580610"/>
                    <a:pt x="0" y="570974"/>
                  </a:cubicBezTo>
                  <a:lnTo>
                    <a:pt x="0" y="17447"/>
                  </a:lnTo>
                  <a:cubicBezTo>
                    <a:pt x="0" y="7811"/>
                    <a:pt x="7811" y="0"/>
                    <a:pt x="17447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34399" cy="62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0346" y="1028700"/>
            <a:ext cx="810787" cy="540187"/>
          </a:xfrm>
          <a:custGeom>
            <a:avLst/>
            <a:gdLst/>
            <a:ahLst/>
            <a:cxnLst/>
            <a:rect r="r" b="b" t="t" l="l"/>
            <a:pathLst>
              <a:path h="540187" w="810787">
                <a:moveTo>
                  <a:pt x="0" y="0"/>
                </a:moveTo>
                <a:lnTo>
                  <a:pt x="810787" y="0"/>
                </a:lnTo>
                <a:lnTo>
                  <a:pt x="810787" y="540187"/>
                </a:lnTo>
                <a:lnTo>
                  <a:pt x="0" y="540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73256" y="2610476"/>
            <a:ext cx="15141488" cy="7461627"/>
            <a:chOff x="0" y="0"/>
            <a:chExt cx="4380042" cy="2158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0042" cy="2158456"/>
            </a:xfrm>
            <a:custGeom>
              <a:avLst/>
              <a:gdLst/>
              <a:ahLst/>
              <a:cxnLst/>
              <a:rect r="r" b="b" t="t" l="l"/>
              <a:pathLst>
                <a:path h="2158456" w="4380042">
                  <a:moveTo>
                    <a:pt x="20452" y="0"/>
                  </a:moveTo>
                  <a:lnTo>
                    <a:pt x="4359589" y="0"/>
                  </a:lnTo>
                  <a:cubicBezTo>
                    <a:pt x="4370885" y="0"/>
                    <a:pt x="4380042" y="9157"/>
                    <a:pt x="4380042" y="20452"/>
                  </a:cubicBezTo>
                  <a:lnTo>
                    <a:pt x="4380042" y="2138004"/>
                  </a:lnTo>
                  <a:cubicBezTo>
                    <a:pt x="4380042" y="2143428"/>
                    <a:pt x="4377887" y="2148630"/>
                    <a:pt x="4374051" y="2152466"/>
                  </a:cubicBezTo>
                  <a:cubicBezTo>
                    <a:pt x="4370216" y="2156301"/>
                    <a:pt x="4365014" y="2158456"/>
                    <a:pt x="4359589" y="2158456"/>
                  </a:cubicBezTo>
                  <a:lnTo>
                    <a:pt x="20452" y="2158456"/>
                  </a:lnTo>
                  <a:cubicBezTo>
                    <a:pt x="9157" y="2158456"/>
                    <a:pt x="0" y="2149299"/>
                    <a:pt x="0" y="2138004"/>
                  </a:cubicBezTo>
                  <a:lnTo>
                    <a:pt x="0" y="20452"/>
                  </a:lnTo>
                  <a:cubicBezTo>
                    <a:pt x="0" y="9157"/>
                    <a:pt x="9157" y="0"/>
                    <a:pt x="20452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80042" cy="2196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296444" y="2943851"/>
            <a:ext cx="1118162" cy="279675"/>
            <a:chOff x="0" y="0"/>
            <a:chExt cx="1490882" cy="3729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598275" y="0"/>
              <a:ext cx="402124" cy="372900"/>
              <a:chOff x="0" y="0"/>
              <a:chExt cx="87243" cy="8090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2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7" id="17"/>
            <p:cNvSpPr/>
            <p:nvPr/>
          </p:nvSpPr>
          <p:spPr>
            <a:xfrm rot="-71610">
              <a:off x="438" y="136020"/>
              <a:ext cx="401654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rot="7520344">
              <a:off x="1126908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rot="3162877">
              <a:off x="1132202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991297" y="1473900"/>
            <a:ext cx="3747434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6"/>
              </a:lnSpc>
              <a:spcBef>
                <a:spcPct val="0"/>
              </a:spcBef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ARQ.</a:t>
            </a: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 del sistema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17091" y="622997"/>
            <a:ext cx="486431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 Bold"/>
                <a:ea typeface="Poppins Bold"/>
                <a:cs typeface="Poppins Bold"/>
                <a:sym typeface="Poppins Bold"/>
              </a:rPr>
              <a:t>BUSES Y PROTOCOLO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28896" y="1473900"/>
            <a:ext cx="624070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IMPLEMENTACIÓN HARDWARE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93132" y="622997"/>
            <a:ext cx="3435763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80413" y="5324360"/>
            <a:ext cx="12515296" cy="36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6"/>
              </a:lnSpc>
            </a:pPr>
            <a:r>
              <a:rPr lang="en-US" sz="2611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El diseño de los buses de comunicación permite una comunicación eficiente y robusta entre los diferentes componentes del sistema. Partiendo de la base del bus estándar SPI (Serial Peripheral Interface), se ha desarrollado un nuevo bus denominado “Custom SPI”.</a:t>
            </a:r>
          </a:p>
          <a:p>
            <a:pPr algn="just">
              <a:lnSpc>
                <a:spcPts val="3656"/>
              </a:lnSpc>
            </a:pPr>
            <a:r>
              <a:rPr lang="en-US" sz="2611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El protocolo de transporte que se utiliza sobre este bus, aunque similar al estándar SPI, ofrece mejoras en términos de flexibilidad y funcionalidad, ya que permite a los controladores comunicarse con el comparador utilizando las mismas señales que el SPI estándar, pero con algunas ventajas.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98619" y="3328302"/>
            <a:ext cx="13490762" cy="181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6"/>
              </a:lnSpc>
            </a:pPr>
            <a:r>
              <a:rPr lang="en-US" sz="71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BUSES DE COMUNICACIÓN Y PROTOCOLO DE TRANSPORTE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104870" y="8279223"/>
            <a:ext cx="1239221" cy="1604169"/>
          </a:xfrm>
          <a:custGeom>
            <a:avLst/>
            <a:gdLst/>
            <a:ahLst/>
            <a:cxnLst/>
            <a:rect r="r" b="b" t="t" l="l"/>
            <a:pathLst>
              <a:path h="1604169" w="1239221">
                <a:moveTo>
                  <a:pt x="0" y="0"/>
                </a:moveTo>
                <a:lnTo>
                  <a:pt x="1239220" y="0"/>
                </a:lnTo>
                <a:lnTo>
                  <a:pt x="1239220" y="1604169"/>
                </a:lnTo>
                <a:lnTo>
                  <a:pt x="0" y="1604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16356366" y="5706324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384572" y="5706324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569595" y="622997"/>
            <a:ext cx="328593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REDUNDANCIA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24790" y="1473900"/>
            <a:ext cx="403451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INTERFAZ GRÁFICA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271967"/>
            <a:ext cx="19526405" cy="3559395"/>
            <a:chOff x="0" y="0"/>
            <a:chExt cx="26035207" cy="4745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44595" y="475048"/>
            <a:ext cx="13747350" cy="7270035"/>
            <a:chOff x="0" y="0"/>
            <a:chExt cx="3976753" cy="21030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76753" cy="2103033"/>
            </a:xfrm>
            <a:custGeom>
              <a:avLst/>
              <a:gdLst/>
              <a:ahLst/>
              <a:cxnLst/>
              <a:rect r="r" b="b" t="t" l="l"/>
              <a:pathLst>
                <a:path h="2103033" w="3976753">
                  <a:moveTo>
                    <a:pt x="22526" y="0"/>
                  </a:moveTo>
                  <a:lnTo>
                    <a:pt x="3954227" y="0"/>
                  </a:lnTo>
                  <a:cubicBezTo>
                    <a:pt x="3966668" y="0"/>
                    <a:pt x="3976753" y="10085"/>
                    <a:pt x="3976753" y="22526"/>
                  </a:cubicBezTo>
                  <a:lnTo>
                    <a:pt x="3976753" y="2080507"/>
                  </a:lnTo>
                  <a:cubicBezTo>
                    <a:pt x="3976753" y="2092948"/>
                    <a:pt x="3966668" y="2103033"/>
                    <a:pt x="3954227" y="2103033"/>
                  </a:cubicBezTo>
                  <a:lnTo>
                    <a:pt x="22526" y="2103033"/>
                  </a:lnTo>
                  <a:cubicBezTo>
                    <a:pt x="10085" y="2103033"/>
                    <a:pt x="0" y="2092948"/>
                    <a:pt x="0" y="2080507"/>
                  </a:cubicBezTo>
                  <a:lnTo>
                    <a:pt x="0" y="22526"/>
                  </a:lnTo>
                  <a:cubicBezTo>
                    <a:pt x="0" y="10085"/>
                    <a:pt x="10085" y="0"/>
                    <a:pt x="22526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76753" cy="2141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5719980" y="5505905"/>
            <a:ext cx="1410765" cy="233417"/>
          </a:xfrm>
          <a:custGeom>
            <a:avLst/>
            <a:gdLst/>
            <a:ahLst/>
            <a:cxnLst/>
            <a:rect r="r" b="b" t="t" l="l"/>
            <a:pathLst>
              <a:path h="233417" w="1410765">
                <a:moveTo>
                  <a:pt x="0" y="0"/>
                </a:moveTo>
                <a:lnTo>
                  <a:pt x="1410765" y="0"/>
                </a:lnTo>
                <a:lnTo>
                  <a:pt x="1410765" y="233417"/>
                </a:lnTo>
                <a:lnTo>
                  <a:pt x="0" y="233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64842" y="1282213"/>
            <a:ext cx="1188916" cy="1195436"/>
          </a:xfrm>
          <a:custGeom>
            <a:avLst/>
            <a:gdLst/>
            <a:ahLst/>
            <a:cxnLst/>
            <a:rect r="r" b="b" t="t" l="l"/>
            <a:pathLst>
              <a:path h="1195436" w="1188916">
                <a:moveTo>
                  <a:pt x="0" y="0"/>
                </a:moveTo>
                <a:lnTo>
                  <a:pt x="1188916" y="0"/>
                </a:lnTo>
                <a:lnTo>
                  <a:pt x="1188916" y="1195437"/>
                </a:lnTo>
                <a:lnTo>
                  <a:pt x="0" y="11954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96830" y="1665911"/>
            <a:ext cx="14659698" cy="8066036"/>
            <a:chOff x="0" y="0"/>
            <a:chExt cx="4240672" cy="23332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40672" cy="2333296"/>
            </a:xfrm>
            <a:custGeom>
              <a:avLst/>
              <a:gdLst/>
              <a:ahLst/>
              <a:cxnLst/>
              <a:rect r="r" b="b" t="t" l="l"/>
              <a:pathLst>
                <a:path h="2333296" w="4240672">
                  <a:moveTo>
                    <a:pt x="21124" y="0"/>
                  </a:moveTo>
                  <a:lnTo>
                    <a:pt x="4219548" y="0"/>
                  </a:lnTo>
                  <a:cubicBezTo>
                    <a:pt x="4225150" y="0"/>
                    <a:pt x="4230524" y="2226"/>
                    <a:pt x="4234485" y="6187"/>
                  </a:cubicBezTo>
                  <a:cubicBezTo>
                    <a:pt x="4238447" y="10149"/>
                    <a:pt x="4240672" y="15522"/>
                    <a:pt x="4240672" y="21124"/>
                  </a:cubicBezTo>
                  <a:lnTo>
                    <a:pt x="4240672" y="2312172"/>
                  </a:lnTo>
                  <a:cubicBezTo>
                    <a:pt x="4240672" y="2317774"/>
                    <a:pt x="4238447" y="2323147"/>
                    <a:pt x="4234485" y="2327109"/>
                  </a:cubicBezTo>
                  <a:cubicBezTo>
                    <a:pt x="4230524" y="2331070"/>
                    <a:pt x="4225150" y="2333296"/>
                    <a:pt x="4219548" y="2333296"/>
                  </a:cubicBezTo>
                  <a:lnTo>
                    <a:pt x="21124" y="2333296"/>
                  </a:lnTo>
                  <a:cubicBezTo>
                    <a:pt x="9458" y="2333296"/>
                    <a:pt x="0" y="2323838"/>
                    <a:pt x="0" y="2312172"/>
                  </a:cubicBezTo>
                  <a:lnTo>
                    <a:pt x="0" y="21124"/>
                  </a:lnTo>
                  <a:cubicBezTo>
                    <a:pt x="0" y="15522"/>
                    <a:pt x="2226" y="10149"/>
                    <a:pt x="6187" y="6187"/>
                  </a:cubicBezTo>
                  <a:cubicBezTo>
                    <a:pt x="10149" y="2226"/>
                    <a:pt x="15522" y="0"/>
                    <a:pt x="21124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40672" cy="2371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759267" y="749025"/>
            <a:ext cx="1118162" cy="279675"/>
            <a:chOff x="0" y="0"/>
            <a:chExt cx="1490882" cy="3729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598275" y="0"/>
              <a:ext cx="402124" cy="372900"/>
              <a:chOff x="0" y="0"/>
              <a:chExt cx="87243" cy="8090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2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8" id="18"/>
            <p:cNvSpPr/>
            <p:nvPr/>
          </p:nvSpPr>
          <p:spPr>
            <a:xfrm rot="-71610">
              <a:off x="438" y="136020"/>
              <a:ext cx="401654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rot="7520344">
              <a:off x="1126908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rot="3162877">
              <a:off x="1132202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641106" y="2333429"/>
            <a:ext cx="1118162" cy="279675"/>
            <a:chOff x="0" y="0"/>
            <a:chExt cx="1490882" cy="3729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598275" y="0"/>
              <a:ext cx="402124" cy="372900"/>
              <a:chOff x="0" y="0"/>
              <a:chExt cx="87243" cy="8090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2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25" id="25"/>
            <p:cNvSpPr/>
            <p:nvPr/>
          </p:nvSpPr>
          <p:spPr>
            <a:xfrm rot="-71610">
              <a:off x="438" y="136020"/>
              <a:ext cx="401654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rot="7520344">
              <a:off x="1126908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 rot="3162877">
              <a:off x="1132202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8941524" y="3381398"/>
            <a:ext cx="5150471" cy="1245477"/>
          </a:xfrm>
          <a:custGeom>
            <a:avLst/>
            <a:gdLst/>
            <a:ahLst/>
            <a:cxnLst/>
            <a:rect r="r" b="b" t="t" l="l"/>
            <a:pathLst>
              <a:path h="1245477" w="5150471">
                <a:moveTo>
                  <a:pt x="0" y="0"/>
                </a:moveTo>
                <a:lnTo>
                  <a:pt x="5150471" y="0"/>
                </a:lnTo>
                <a:lnTo>
                  <a:pt x="5150471" y="1245477"/>
                </a:lnTo>
                <a:lnTo>
                  <a:pt x="0" y="1245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false" rot="0">
            <a:off x="8941524" y="5175714"/>
            <a:ext cx="5150471" cy="1245477"/>
          </a:xfrm>
          <a:custGeom>
            <a:avLst/>
            <a:gdLst/>
            <a:ahLst/>
            <a:cxnLst/>
            <a:rect r="r" b="b" t="t" l="l"/>
            <a:pathLst>
              <a:path h="1245477" w="5150471">
                <a:moveTo>
                  <a:pt x="5150471" y="0"/>
                </a:moveTo>
                <a:lnTo>
                  <a:pt x="0" y="0"/>
                </a:lnTo>
                <a:lnTo>
                  <a:pt x="0" y="1245478"/>
                </a:lnTo>
                <a:lnTo>
                  <a:pt x="5150471" y="1245478"/>
                </a:lnTo>
                <a:lnTo>
                  <a:pt x="515047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941524" y="6970031"/>
            <a:ext cx="5150471" cy="1245477"/>
          </a:xfrm>
          <a:custGeom>
            <a:avLst/>
            <a:gdLst/>
            <a:ahLst/>
            <a:cxnLst/>
            <a:rect r="r" b="b" t="t" l="l"/>
            <a:pathLst>
              <a:path h="1245477" w="5150471">
                <a:moveTo>
                  <a:pt x="0" y="0"/>
                </a:moveTo>
                <a:lnTo>
                  <a:pt x="5150471" y="0"/>
                </a:lnTo>
                <a:lnTo>
                  <a:pt x="5150471" y="1245477"/>
                </a:lnTo>
                <a:lnTo>
                  <a:pt x="0" y="1245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62446" y="5006796"/>
            <a:ext cx="7833021" cy="4530342"/>
          </a:xfrm>
          <a:custGeom>
            <a:avLst/>
            <a:gdLst/>
            <a:ahLst/>
            <a:cxnLst/>
            <a:rect r="r" b="b" t="t" l="l"/>
            <a:pathLst>
              <a:path h="4530342" w="7833021">
                <a:moveTo>
                  <a:pt x="0" y="0"/>
                </a:moveTo>
                <a:lnTo>
                  <a:pt x="7833021" y="0"/>
                </a:lnTo>
                <a:lnTo>
                  <a:pt x="7833021" y="4530342"/>
                </a:lnTo>
                <a:lnTo>
                  <a:pt x="0" y="45303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77319" y="2963256"/>
            <a:ext cx="7081649" cy="188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3"/>
              </a:lnSpc>
            </a:pPr>
            <a:r>
              <a:rPr lang="en-US" sz="2716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Custom SPI es una implementación totalmente software del protocolo SPI, diseñada para superar las limitaciones del soporte hardware del microcontrolador.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5530" y="2381054"/>
            <a:ext cx="4832015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3426">
                <a:solidFill>
                  <a:srgbClr val="3954A3"/>
                </a:solidFill>
                <a:latin typeface="Poppins Bold"/>
                <a:ea typeface="Poppins Bold"/>
                <a:cs typeface="Poppins Bold"/>
                <a:sym typeface="Poppins Bold"/>
              </a:rPr>
              <a:t>CUSTOM SPI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8817" y="7181605"/>
            <a:ext cx="4926299" cy="86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Escalabilidad y portabilidad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0" y="3597300"/>
            <a:ext cx="4931116" cy="86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Sin dependencia del hardware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941524" y="5587314"/>
            <a:ext cx="5051369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Múltiples Maestros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096398" y="967408"/>
            <a:ext cx="4832015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3426">
                <a:solidFill>
                  <a:srgbClr val="3954A3"/>
                </a:solidFill>
                <a:latin typeface="Poppins Bold"/>
                <a:ea typeface="Poppins Bold"/>
                <a:cs typeface="Poppins Bold"/>
                <a:sym typeface="Poppins Bold"/>
              </a:rPr>
              <a:t>SPI ESTÁNDAR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48918"/>
            <a:ext cx="19526405" cy="3559395"/>
            <a:chOff x="0" y="0"/>
            <a:chExt cx="26035207" cy="4745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8358" y="290595"/>
            <a:ext cx="17749246" cy="2034132"/>
            <a:chOff x="0" y="0"/>
            <a:chExt cx="5134399" cy="588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4399" cy="588422"/>
            </a:xfrm>
            <a:custGeom>
              <a:avLst/>
              <a:gdLst/>
              <a:ahLst/>
              <a:cxnLst/>
              <a:rect r="r" b="b" t="t" l="l"/>
              <a:pathLst>
                <a:path h="588422" w="5134399">
                  <a:moveTo>
                    <a:pt x="17447" y="0"/>
                  </a:moveTo>
                  <a:lnTo>
                    <a:pt x="5116951" y="0"/>
                  </a:lnTo>
                  <a:cubicBezTo>
                    <a:pt x="5126587" y="0"/>
                    <a:pt x="5134399" y="7811"/>
                    <a:pt x="5134399" y="17447"/>
                  </a:cubicBezTo>
                  <a:lnTo>
                    <a:pt x="5134399" y="570974"/>
                  </a:lnTo>
                  <a:cubicBezTo>
                    <a:pt x="5134399" y="580610"/>
                    <a:pt x="5126587" y="588422"/>
                    <a:pt x="5116951" y="588422"/>
                  </a:cubicBezTo>
                  <a:lnTo>
                    <a:pt x="17447" y="588422"/>
                  </a:lnTo>
                  <a:cubicBezTo>
                    <a:pt x="7811" y="588422"/>
                    <a:pt x="0" y="580610"/>
                    <a:pt x="0" y="570974"/>
                  </a:cubicBezTo>
                  <a:lnTo>
                    <a:pt x="0" y="17447"/>
                  </a:lnTo>
                  <a:cubicBezTo>
                    <a:pt x="0" y="7811"/>
                    <a:pt x="7811" y="0"/>
                    <a:pt x="17447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34399" cy="62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0346" y="1028700"/>
            <a:ext cx="810787" cy="540187"/>
          </a:xfrm>
          <a:custGeom>
            <a:avLst/>
            <a:gdLst/>
            <a:ahLst/>
            <a:cxnLst/>
            <a:rect r="r" b="b" t="t" l="l"/>
            <a:pathLst>
              <a:path h="540187" w="810787">
                <a:moveTo>
                  <a:pt x="0" y="0"/>
                </a:moveTo>
                <a:lnTo>
                  <a:pt x="810787" y="0"/>
                </a:lnTo>
                <a:lnTo>
                  <a:pt x="810787" y="540187"/>
                </a:lnTo>
                <a:lnTo>
                  <a:pt x="0" y="540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85087" y="2610476"/>
            <a:ext cx="15141488" cy="7461627"/>
            <a:chOff x="0" y="0"/>
            <a:chExt cx="4380042" cy="2158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0042" cy="2158456"/>
            </a:xfrm>
            <a:custGeom>
              <a:avLst/>
              <a:gdLst/>
              <a:ahLst/>
              <a:cxnLst/>
              <a:rect r="r" b="b" t="t" l="l"/>
              <a:pathLst>
                <a:path h="2158456" w="4380042">
                  <a:moveTo>
                    <a:pt x="20452" y="0"/>
                  </a:moveTo>
                  <a:lnTo>
                    <a:pt x="4359589" y="0"/>
                  </a:lnTo>
                  <a:cubicBezTo>
                    <a:pt x="4370885" y="0"/>
                    <a:pt x="4380042" y="9157"/>
                    <a:pt x="4380042" y="20452"/>
                  </a:cubicBezTo>
                  <a:lnTo>
                    <a:pt x="4380042" y="2138004"/>
                  </a:lnTo>
                  <a:cubicBezTo>
                    <a:pt x="4380042" y="2143428"/>
                    <a:pt x="4377887" y="2148630"/>
                    <a:pt x="4374051" y="2152466"/>
                  </a:cubicBezTo>
                  <a:cubicBezTo>
                    <a:pt x="4370216" y="2156301"/>
                    <a:pt x="4365014" y="2158456"/>
                    <a:pt x="4359589" y="2158456"/>
                  </a:cubicBezTo>
                  <a:lnTo>
                    <a:pt x="20452" y="2158456"/>
                  </a:lnTo>
                  <a:cubicBezTo>
                    <a:pt x="9157" y="2158456"/>
                    <a:pt x="0" y="2149299"/>
                    <a:pt x="0" y="2138004"/>
                  </a:cubicBezTo>
                  <a:lnTo>
                    <a:pt x="0" y="20452"/>
                  </a:lnTo>
                  <a:cubicBezTo>
                    <a:pt x="0" y="9157"/>
                    <a:pt x="9157" y="0"/>
                    <a:pt x="20452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80042" cy="2196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296852" y="2943851"/>
            <a:ext cx="1118162" cy="279675"/>
            <a:chOff x="0" y="0"/>
            <a:chExt cx="1490882" cy="3729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598275" y="0"/>
              <a:ext cx="402124" cy="372900"/>
              <a:chOff x="0" y="0"/>
              <a:chExt cx="87243" cy="8090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2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7" id="17"/>
            <p:cNvSpPr/>
            <p:nvPr/>
          </p:nvSpPr>
          <p:spPr>
            <a:xfrm rot="-71610">
              <a:off x="438" y="136020"/>
              <a:ext cx="401654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rot="7520344">
              <a:off x="1126908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rot="3162877">
              <a:off x="1132202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757886" y="1473900"/>
            <a:ext cx="3747434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6"/>
              </a:lnSpc>
              <a:spcBef>
                <a:spcPct val="0"/>
              </a:spcBef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ARQ.</a:t>
            </a: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 del sistema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62544" y="1473900"/>
            <a:ext cx="6573402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IMPLEMENTACIÓN HARDWARE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90657" y="619640"/>
            <a:ext cx="3435763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88490" y="5448024"/>
            <a:ext cx="11750263" cy="228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6"/>
              </a:lnSpc>
            </a:pPr>
            <a:r>
              <a:rPr lang="en-US" sz="2611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El sistema está compuesto por tres placas Arduino Nano que trabajan conjuntamente para controlar un tanque de reacción, emulado en un ordenador portátil, pero diseñado para que pueda ser aplicado a un tanque real. Dos de los Arduinos actúan como controladores gemelos, mientras el tercer Arduino actúa como comparador.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33834" y="4214127"/>
            <a:ext cx="13620333" cy="97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6"/>
              </a:lnSpc>
            </a:pPr>
            <a:r>
              <a:rPr lang="en-US" sz="71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IMPLEMENTACIÓN HARDWARE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175793" y="8210925"/>
            <a:ext cx="1239221" cy="1604169"/>
          </a:xfrm>
          <a:custGeom>
            <a:avLst/>
            <a:gdLst/>
            <a:ahLst/>
            <a:cxnLst/>
            <a:rect r="r" b="b" t="t" l="l"/>
            <a:pathLst>
              <a:path h="1604169" w="1239221">
                <a:moveTo>
                  <a:pt x="0" y="0"/>
                </a:moveTo>
                <a:lnTo>
                  <a:pt x="1239221" y="0"/>
                </a:lnTo>
                <a:lnTo>
                  <a:pt x="1239221" y="1604169"/>
                </a:lnTo>
                <a:lnTo>
                  <a:pt x="0" y="1604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5400000">
            <a:off x="16465762" y="5706324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498199" y="5706324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035596" y="619640"/>
            <a:ext cx="328593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REDUNDANCIA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93580" y="1473900"/>
            <a:ext cx="403451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INTERFAZ GRÁFICA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15945" y="619640"/>
            <a:ext cx="4629025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BUSES Y PROTOCOLO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8001000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2003427" y="5421469"/>
            <a:ext cx="6070335" cy="4601314"/>
            <a:chOff x="0" y="0"/>
            <a:chExt cx="6350000" cy="4813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6200" y="651510"/>
              <a:ext cx="6197600" cy="4085590"/>
            </a:xfrm>
            <a:custGeom>
              <a:avLst/>
              <a:gdLst/>
              <a:ahLst/>
              <a:cxnLst/>
              <a:rect r="r" b="b" t="t" l="l"/>
              <a:pathLst>
                <a:path h="4085590" w="6197600">
                  <a:moveTo>
                    <a:pt x="6197600" y="4085590"/>
                  </a:moveTo>
                  <a:lnTo>
                    <a:pt x="0" y="4085590"/>
                  </a:lnTo>
                  <a:lnTo>
                    <a:pt x="0" y="0"/>
                  </a:lnTo>
                  <a:lnTo>
                    <a:pt x="6197600" y="0"/>
                  </a:lnTo>
                  <a:lnTo>
                    <a:pt x="6197600" y="4085590"/>
                  </a:lnTo>
                  <a:close/>
                </a:path>
              </a:pathLst>
            </a:custGeom>
            <a:blipFill>
              <a:blip r:embed="rId4"/>
              <a:stretch>
                <a:fillRect l="0" t="-24881" r="0" b="-2488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6200" y="76200"/>
              <a:ext cx="6197600" cy="500380"/>
            </a:xfrm>
            <a:custGeom>
              <a:avLst/>
              <a:gdLst/>
              <a:ahLst/>
              <a:cxnLst/>
              <a:rect r="r" b="b" t="t" l="l"/>
              <a:pathLst>
                <a:path h="500380" w="6197600">
                  <a:moveTo>
                    <a:pt x="0" y="0"/>
                  </a:moveTo>
                  <a:lnTo>
                    <a:pt x="6197600" y="0"/>
                  </a:lnTo>
                  <a:lnTo>
                    <a:pt x="6197600" y="500380"/>
                  </a:lnTo>
                  <a:lnTo>
                    <a:pt x="0" y="500380"/>
                  </a:lnTo>
                  <a:close/>
                </a:path>
              </a:pathLst>
            </a:custGeom>
            <a:solidFill>
              <a:srgbClr val="78EB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4813300"/>
            </a:xfrm>
            <a:custGeom>
              <a:avLst/>
              <a:gdLst/>
              <a:ahLst/>
              <a:cxnLst/>
              <a:rect r="r" b="b" t="t" l="l"/>
              <a:pathLst>
                <a:path h="4813300" w="6350000">
                  <a:moveTo>
                    <a:pt x="0" y="0"/>
                  </a:moveTo>
                  <a:lnTo>
                    <a:pt x="0" y="575310"/>
                  </a:lnTo>
                  <a:lnTo>
                    <a:pt x="0" y="652780"/>
                  </a:lnTo>
                  <a:lnTo>
                    <a:pt x="0" y="4813300"/>
                  </a:lnTo>
                  <a:lnTo>
                    <a:pt x="6350000" y="4813300"/>
                  </a:lnTo>
                  <a:lnTo>
                    <a:pt x="6350000" y="652780"/>
                  </a:lnTo>
                  <a:lnTo>
                    <a:pt x="6350000" y="575310"/>
                  </a:lnTo>
                  <a:lnTo>
                    <a:pt x="6350000" y="0"/>
                  </a:lnTo>
                  <a:lnTo>
                    <a:pt x="0" y="0"/>
                  </a:lnTo>
                  <a:close/>
                  <a:moveTo>
                    <a:pt x="6273800" y="4737100"/>
                  </a:moveTo>
                  <a:lnTo>
                    <a:pt x="76200" y="4737100"/>
                  </a:lnTo>
                  <a:lnTo>
                    <a:pt x="76200" y="652780"/>
                  </a:lnTo>
                  <a:lnTo>
                    <a:pt x="6273800" y="652780"/>
                  </a:lnTo>
                  <a:lnTo>
                    <a:pt x="6273800" y="4737100"/>
                  </a:lnTo>
                  <a:close/>
                  <a:moveTo>
                    <a:pt x="6273800" y="575310"/>
                  </a:moveTo>
                  <a:lnTo>
                    <a:pt x="76200" y="575310"/>
                  </a:lnTo>
                  <a:lnTo>
                    <a:pt x="76200" y="76200"/>
                  </a:lnTo>
                  <a:lnTo>
                    <a:pt x="6273800" y="76200"/>
                  </a:lnTo>
                  <a:lnTo>
                    <a:pt x="6273800" y="575310"/>
                  </a:lnTo>
                  <a:close/>
                  <a:moveTo>
                    <a:pt x="285750" y="320040"/>
                  </a:moveTo>
                  <a:cubicBezTo>
                    <a:pt x="285750" y="259080"/>
                    <a:pt x="335280" y="209550"/>
                    <a:pt x="396240" y="209550"/>
                  </a:cubicBezTo>
                  <a:cubicBezTo>
                    <a:pt x="457200" y="209550"/>
                    <a:pt x="506730" y="259080"/>
                    <a:pt x="506730" y="320040"/>
                  </a:cubicBezTo>
                  <a:cubicBezTo>
                    <a:pt x="506730" y="381000"/>
                    <a:pt x="458470" y="431800"/>
                    <a:pt x="396240" y="431800"/>
                  </a:cubicBezTo>
                  <a:cubicBezTo>
                    <a:pt x="335280" y="431800"/>
                    <a:pt x="285750" y="382270"/>
                    <a:pt x="285750" y="320040"/>
                  </a:cubicBezTo>
                  <a:close/>
                  <a:moveTo>
                    <a:pt x="660400" y="320040"/>
                  </a:moveTo>
                  <a:cubicBezTo>
                    <a:pt x="660400" y="259080"/>
                    <a:pt x="709930" y="209550"/>
                    <a:pt x="770890" y="209550"/>
                  </a:cubicBezTo>
                  <a:cubicBezTo>
                    <a:pt x="831850" y="209550"/>
                    <a:pt x="881380" y="259080"/>
                    <a:pt x="881380" y="320040"/>
                  </a:cubicBezTo>
                  <a:cubicBezTo>
                    <a:pt x="881380" y="381000"/>
                    <a:pt x="833120" y="431800"/>
                    <a:pt x="772160" y="431800"/>
                  </a:cubicBezTo>
                  <a:cubicBezTo>
                    <a:pt x="711200" y="431800"/>
                    <a:pt x="660400" y="382270"/>
                    <a:pt x="660400" y="320040"/>
                  </a:cubicBezTo>
                  <a:close/>
                  <a:moveTo>
                    <a:pt x="1036320" y="320040"/>
                  </a:moveTo>
                  <a:cubicBezTo>
                    <a:pt x="1036320" y="259080"/>
                    <a:pt x="1085850" y="209550"/>
                    <a:pt x="1146810" y="209550"/>
                  </a:cubicBezTo>
                  <a:cubicBezTo>
                    <a:pt x="1207770" y="209550"/>
                    <a:pt x="1257300" y="259080"/>
                    <a:pt x="1257300" y="320040"/>
                  </a:cubicBezTo>
                  <a:cubicBezTo>
                    <a:pt x="1257300" y="381000"/>
                    <a:pt x="1207770" y="431800"/>
                    <a:pt x="1146810" y="431800"/>
                  </a:cubicBezTo>
                  <a:cubicBezTo>
                    <a:pt x="1085850" y="431800"/>
                    <a:pt x="1036320" y="382270"/>
                    <a:pt x="1036320" y="320040"/>
                  </a:cubicBezTo>
                  <a:close/>
                  <a:moveTo>
                    <a:pt x="6018530" y="274320"/>
                  </a:moveTo>
                  <a:lnTo>
                    <a:pt x="1457960" y="274320"/>
                  </a:lnTo>
                  <a:lnTo>
                    <a:pt x="1457960" y="198120"/>
                  </a:lnTo>
                  <a:lnTo>
                    <a:pt x="6018530" y="198120"/>
                  </a:lnTo>
                  <a:lnTo>
                    <a:pt x="6018530" y="274320"/>
                  </a:lnTo>
                  <a:close/>
                  <a:moveTo>
                    <a:pt x="6018530" y="444500"/>
                  </a:moveTo>
                  <a:lnTo>
                    <a:pt x="1457960" y="444500"/>
                  </a:lnTo>
                  <a:lnTo>
                    <a:pt x="1457960" y="368300"/>
                  </a:lnTo>
                  <a:lnTo>
                    <a:pt x="6018530" y="368300"/>
                  </a:lnTo>
                  <a:lnTo>
                    <a:pt x="6018530" y="444500"/>
                  </a:lnTo>
                  <a:close/>
                </a:path>
              </a:pathLst>
            </a:custGeom>
            <a:solidFill>
              <a:srgbClr val="343434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4922882" y="259375"/>
            <a:ext cx="6975810" cy="697581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02870" y="638810"/>
              <a:ext cx="6149340" cy="5613400"/>
            </a:xfrm>
            <a:custGeom>
              <a:avLst/>
              <a:gdLst/>
              <a:ahLst/>
              <a:cxnLst/>
              <a:rect r="r" b="b" t="t" l="l"/>
              <a:pathLst>
                <a:path h="5613400" w="6149340">
                  <a:moveTo>
                    <a:pt x="6149340" y="5613400"/>
                  </a:moveTo>
                  <a:lnTo>
                    <a:pt x="0" y="56134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5613400"/>
                  </a:lnTo>
                  <a:lnTo>
                    <a:pt x="6149340" y="5613400"/>
                  </a:lnTo>
                  <a:close/>
                </a:path>
              </a:pathLst>
            </a:custGeom>
            <a:blipFill>
              <a:blip r:embed="rId5"/>
              <a:stretch>
                <a:fillRect l="-4572" t="0" r="-4572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02870" y="105410"/>
              <a:ext cx="6149340" cy="431800"/>
            </a:xfrm>
            <a:custGeom>
              <a:avLst/>
              <a:gdLst/>
              <a:ahLst/>
              <a:cxnLst/>
              <a:rect r="r" b="b" t="t" l="l"/>
              <a:pathLst>
                <a:path h="431800" w="6149340">
                  <a:moveTo>
                    <a:pt x="614934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431800"/>
                  </a:lnTo>
                  <a:lnTo>
                    <a:pt x="6149340" y="431800"/>
                  </a:lnTo>
                  <a:close/>
                </a:path>
              </a:pathLst>
            </a:custGeom>
            <a:solidFill>
              <a:srgbClr val="3954A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2870" y="10541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4318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1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" y="3810"/>
              <a:ext cx="635254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2540">
                  <a:moveTo>
                    <a:pt x="0" y="0"/>
                  </a:moveTo>
                  <a:lnTo>
                    <a:pt x="0" y="533400"/>
                  </a:lnTo>
                  <a:lnTo>
                    <a:pt x="0" y="635000"/>
                  </a:lnTo>
                  <a:lnTo>
                    <a:pt x="0" y="6350000"/>
                  </a:lnTo>
                  <a:lnTo>
                    <a:pt x="6352540" y="6350000"/>
                  </a:lnTo>
                  <a:lnTo>
                    <a:pt x="6352540" y="635000"/>
                  </a:lnTo>
                  <a:lnTo>
                    <a:pt x="6352540" y="533400"/>
                  </a:lnTo>
                  <a:lnTo>
                    <a:pt x="6352540" y="0"/>
                  </a:lnTo>
                  <a:lnTo>
                    <a:pt x="0" y="0"/>
                  </a:lnTo>
                  <a:close/>
                  <a:moveTo>
                    <a:pt x="101600" y="101600"/>
                  </a:moveTo>
                  <a:lnTo>
                    <a:pt x="533400" y="101600"/>
                  </a:lnTo>
                  <a:lnTo>
                    <a:pt x="533400" y="533400"/>
                  </a:lnTo>
                  <a:lnTo>
                    <a:pt x="101600" y="533400"/>
                  </a:lnTo>
                  <a:lnTo>
                    <a:pt x="101600" y="101600"/>
                  </a:lnTo>
                  <a:close/>
                  <a:moveTo>
                    <a:pt x="6249670" y="6248400"/>
                  </a:moveTo>
                  <a:lnTo>
                    <a:pt x="101600" y="6248400"/>
                  </a:lnTo>
                  <a:lnTo>
                    <a:pt x="101600" y="635000"/>
                  </a:lnTo>
                  <a:lnTo>
                    <a:pt x="635000" y="635000"/>
                  </a:lnTo>
                  <a:lnTo>
                    <a:pt x="6249670" y="635000"/>
                  </a:lnTo>
                  <a:lnTo>
                    <a:pt x="6249670" y="6248400"/>
                  </a:lnTo>
                  <a:lnTo>
                    <a:pt x="6249670" y="6248400"/>
                  </a:lnTo>
                  <a:lnTo>
                    <a:pt x="6249670" y="6248400"/>
                  </a:lnTo>
                  <a:close/>
                  <a:moveTo>
                    <a:pt x="6250940" y="533400"/>
                  </a:moveTo>
                  <a:lnTo>
                    <a:pt x="636270" y="533400"/>
                  </a:lnTo>
                  <a:lnTo>
                    <a:pt x="636270" y="101600"/>
                  </a:lnTo>
                  <a:lnTo>
                    <a:pt x="6250940" y="101600"/>
                  </a:lnTo>
                  <a:lnTo>
                    <a:pt x="6250940" y="533400"/>
                  </a:lnTo>
                  <a:close/>
                  <a:moveTo>
                    <a:pt x="373380" y="317500"/>
                  </a:moveTo>
                  <a:lnTo>
                    <a:pt x="472440" y="416560"/>
                  </a:lnTo>
                  <a:lnTo>
                    <a:pt x="417830" y="471170"/>
                  </a:lnTo>
                  <a:lnTo>
                    <a:pt x="317500" y="372110"/>
                  </a:lnTo>
                  <a:lnTo>
                    <a:pt x="218440" y="471170"/>
                  </a:lnTo>
                  <a:lnTo>
                    <a:pt x="163830" y="416560"/>
                  </a:lnTo>
                  <a:lnTo>
                    <a:pt x="262890" y="317500"/>
                  </a:lnTo>
                  <a:lnTo>
                    <a:pt x="163830" y="218440"/>
                  </a:lnTo>
                  <a:lnTo>
                    <a:pt x="218440" y="163830"/>
                  </a:lnTo>
                  <a:lnTo>
                    <a:pt x="317500" y="262890"/>
                  </a:lnTo>
                  <a:lnTo>
                    <a:pt x="416560" y="163830"/>
                  </a:lnTo>
                  <a:lnTo>
                    <a:pt x="472440" y="218440"/>
                  </a:lnTo>
                  <a:lnTo>
                    <a:pt x="373380" y="317500"/>
                  </a:lnTo>
                  <a:close/>
                </a:path>
              </a:pathLst>
            </a:custGeom>
            <a:solidFill>
              <a:srgbClr val="595757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2255885" y="739605"/>
            <a:ext cx="5254466" cy="3389130"/>
            <a:chOff x="0" y="0"/>
            <a:chExt cx="6350000" cy="4095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01600" y="521970"/>
              <a:ext cx="6146800" cy="3472180"/>
            </a:xfrm>
            <a:custGeom>
              <a:avLst/>
              <a:gdLst/>
              <a:ahLst/>
              <a:cxnLst/>
              <a:rect r="r" b="b" t="t" l="l"/>
              <a:pathLst>
                <a:path h="3472180" w="6146800">
                  <a:moveTo>
                    <a:pt x="0" y="0"/>
                  </a:moveTo>
                  <a:lnTo>
                    <a:pt x="6146800" y="0"/>
                  </a:lnTo>
                  <a:lnTo>
                    <a:pt x="6146800" y="3472180"/>
                  </a:lnTo>
                  <a:lnTo>
                    <a:pt x="0" y="3472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4191" r="0" b="-24191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95250" y="110490"/>
              <a:ext cx="1186180" cy="311150"/>
            </a:xfrm>
            <a:custGeom>
              <a:avLst/>
              <a:gdLst/>
              <a:ahLst/>
              <a:cxnLst/>
              <a:rect r="r" b="b" t="t" l="l"/>
              <a:pathLst>
                <a:path h="311150" w="1186180">
                  <a:moveTo>
                    <a:pt x="537210" y="99060"/>
                  </a:moveTo>
                  <a:lnTo>
                    <a:pt x="648970" y="99060"/>
                  </a:lnTo>
                  <a:lnTo>
                    <a:pt x="648970" y="210820"/>
                  </a:lnTo>
                  <a:lnTo>
                    <a:pt x="537210" y="210820"/>
                  </a:lnTo>
                  <a:lnTo>
                    <a:pt x="537210" y="99060"/>
                  </a:lnTo>
                  <a:close/>
                  <a:moveTo>
                    <a:pt x="6350" y="0"/>
                  </a:moveTo>
                  <a:lnTo>
                    <a:pt x="312420" y="0"/>
                  </a:lnTo>
                  <a:lnTo>
                    <a:pt x="312420" y="311150"/>
                  </a:lnTo>
                  <a:lnTo>
                    <a:pt x="6350" y="311150"/>
                  </a:lnTo>
                  <a:lnTo>
                    <a:pt x="0" y="311150"/>
                  </a:lnTo>
                  <a:lnTo>
                    <a:pt x="0" y="0"/>
                  </a:lnTo>
                  <a:lnTo>
                    <a:pt x="6350" y="0"/>
                  </a:lnTo>
                  <a:close/>
                  <a:moveTo>
                    <a:pt x="120650" y="156210"/>
                  </a:moveTo>
                  <a:lnTo>
                    <a:pt x="43180" y="232410"/>
                  </a:lnTo>
                  <a:lnTo>
                    <a:pt x="78740" y="267970"/>
                  </a:lnTo>
                  <a:lnTo>
                    <a:pt x="156210" y="190500"/>
                  </a:lnTo>
                  <a:lnTo>
                    <a:pt x="233680" y="267970"/>
                  </a:lnTo>
                  <a:lnTo>
                    <a:pt x="269240" y="232410"/>
                  </a:lnTo>
                  <a:lnTo>
                    <a:pt x="191770" y="156210"/>
                  </a:lnTo>
                  <a:lnTo>
                    <a:pt x="269240" y="78740"/>
                  </a:lnTo>
                  <a:lnTo>
                    <a:pt x="233680" y="43180"/>
                  </a:lnTo>
                  <a:lnTo>
                    <a:pt x="156210" y="120650"/>
                  </a:lnTo>
                  <a:lnTo>
                    <a:pt x="78740" y="43180"/>
                  </a:lnTo>
                  <a:lnTo>
                    <a:pt x="43180" y="78740"/>
                  </a:lnTo>
                  <a:lnTo>
                    <a:pt x="120650" y="156210"/>
                  </a:lnTo>
                  <a:close/>
                  <a:moveTo>
                    <a:pt x="436880" y="0"/>
                  </a:moveTo>
                  <a:lnTo>
                    <a:pt x="748030" y="0"/>
                  </a:lnTo>
                  <a:lnTo>
                    <a:pt x="748030" y="311150"/>
                  </a:lnTo>
                  <a:lnTo>
                    <a:pt x="436880" y="311150"/>
                  </a:lnTo>
                  <a:lnTo>
                    <a:pt x="436880" y="0"/>
                  </a:lnTo>
                  <a:close/>
                  <a:moveTo>
                    <a:pt x="486410" y="261620"/>
                  </a:moveTo>
                  <a:lnTo>
                    <a:pt x="699770" y="261620"/>
                  </a:lnTo>
                  <a:lnTo>
                    <a:pt x="699770" y="48260"/>
                  </a:lnTo>
                  <a:lnTo>
                    <a:pt x="486410" y="48260"/>
                  </a:lnTo>
                  <a:lnTo>
                    <a:pt x="486410" y="261620"/>
                  </a:lnTo>
                  <a:close/>
                  <a:moveTo>
                    <a:pt x="1186180" y="0"/>
                  </a:moveTo>
                  <a:lnTo>
                    <a:pt x="1186180" y="311150"/>
                  </a:lnTo>
                  <a:lnTo>
                    <a:pt x="875030" y="311150"/>
                  </a:lnTo>
                  <a:lnTo>
                    <a:pt x="875030" y="0"/>
                  </a:lnTo>
                  <a:lnTo>
                    <a:pt x="1186180" y="0"/>
                  </a:lnTo>
                  <a:close/>
                  <a:moveTo>
                    <a:pt x="1135380" y="185420"/>
                  </a:moveTo>
                  <a:lnTo>
                    <a:pt x="924560" y="185420"/>
                  </a:lnTo>
                  <a:lnTo>
                    <a:pt x="924560" y="236220"/>
                  </a:lnTo>
                  <a:lnTo>
                    <a:pt x="1135380" y="236220"/>
                  </a:lnTo>
                  <a:lnTo>
                    <a:pt x="1135380" y="1854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4095750"/>
            </a:xfrm>
            <a:custGeom>
              <a:avLst/>
              <a:gdLst/>
              <a:ahLst/>
              <a:cxnLst/>
              <a:rect r="r" b="b" t="t" l="l"/>
              <a:pathLst>
                <a:path h="4095750" w="6350000">
                  <a:moveTo>
                    <a:pt x="0" y="0"/>
                  </a:moveTo>
                  <a:lnTo>
                    <a:pt x="0" y="521970"/>
                  </a:lnTo>
                  <a:lnTo>
                    <a:pt x="0" y="4095750"/>
                  </a:lnTo>
                  <a:lnTo>
                    <a:pt x="6350000" y="4095750"/>
                  </a:lnTo>
                  <a:lnTo>
                    <a:pt x="6350000" y="521970"/>
                  </a:lnTo>
                  <a:lnTo>
                    <a:pt x="6350000" y="0"/>
                  </a:lnTo>
                  <a:lnTo>
                    <a:pt x="0" y="0"/>
                  </a:lnTo>
                  <a:close/>
                  <a:moveTo>
                    <a:pt x="6248400" y="3994150"/>
                  </a:moveTo>
                  <a:lnTo>
                    <a:pt x="101600" y="3994150"/>
                  </a:lnTo>
                  <a:lnTo>
                    <a:pt x="101600" y="521970"/>
                  </a:lnTo>
                  <a:lnTo>
                    <a:pt x="6248400" y="521970"/>
                  </a:lnTo>
                  <a:lnTo>
                    <a:pt x="6248400" y="3994150"/>
                  </a:lnTo>
                  <a:close/>
                  <a:moveTo>
                    <a:pt x="1281430" y="110490"/>
                  </a:moveTo>
                  <a:lnTo>
                    <a:pt x="1281430" y="421640"/>
                  </a:lnTo>
                  <a:lnTo>
                    <a:pt x="970280" y="421640"/>
                  </a:lnTo>
                  <a:lnTo>
                    <a:pt x="970280" y="110490"/>
                  </a:lnTo>
                  <a:lnTo>
                    <a:pt x="1281430" y="110490"/>
                  </a:lnTo>
                  <a:close/>
                  <a:moveTo>
                    <a:pt x="844550" y="110490"/>
                  </a:moveTo>
                  <a:lnTo>
                    <a:pt x="844550" y="421640"/>
                  </a:lnTo>
                  <a:lnTo>
                    <a:pt x="532130" y="421640"/>
                  </a:lnTo>
                  <a:lnTo>
                    <a:pt x="532130" y="110490"/>
                  </a:lnTo>
                  <a:lnTo>
                    <a:pt x="844550" y="110490"/>
                  </a:lnTo>
                  <a:close/>
                  <a:moveTo>
                    <a:pt x="407670" y="110490"/>
                  </a:moveTo>
                  <a:lnTo>
                    <a:pt x="407670" y="421640"/>
                  </a:lnTo>
                  <a:lnTo>
                    <a:pt x="101600" y="421640"/>
                  </a:lnTo>
                  <a:lnTo>
                    <a:pt x="95250" y="421640"/>
                  </a:lnTo>
                  <a:lnTo>
                    <a:pt x="95250" y="110490"/>
                  </a:lnTo>
                  <a:lnTo>
                    <a:pt x="101600" y="110490"/>
                  </a:lnTo>
                  <a:lnTo>
                    <a:pt x="407670" y="110490"/>
                  </a:lnTo>
                  <a:close/>
                  <a:moveTo>
                    <a:pt x="364490" y="189230"/>
                  </a:moveTo>
                  <a:lnTo>
                    <a:pt x="287020" y="266700"/>
                  </a:lnTo>
                  <a:lnTo>
                    <a:pt x="364490" y="344170"/>
                  </a:lnTo>
                  <a:lnTo>
                    <a:pt x="328930" y="379730"/>
                  </a:lnTo>
                  <a:lnTo>
                    <a:pt x="251460" y="302260"/>
                  </a:lnTo>
                  <a:lnTo>
                    <a:pt x="173990" y="379730"/>
                  </a:lnTo>
                  <a:lnTo>
                    <a:pt x="138430" y="342900"/>
                  </a:lnTo>
                  <a:lnTo>
                    <a:pt x="215900" y="266700"/>
                  </a:lnTo>
                  <a:lnTo>
                    <a:pt x="138430" y="189230"/>
                  </a:lnTo>
                  <a:lnTo>
                    <a:pt x="173990" y="153670"/>
                  </a:lnTo>
                  <a:lnTo>
                    <a:pt x="251460" y="231140"/>
                  </a:lnTo>
                  <a:lnTo>
                    <a:pt x="328930" y="153670"/>
                  </a:lnTo>
                  <a:lnTo>
                    <a:pt x="364490" y="189230"/>
                  </a:lnTo>
                  <a:close/>
                  <a:moveTo>
                    <a:pt x="795020" y="158750"/>
                  </a:moveTo>
                  <a:lnTo>
                    <a:pt x="581660" y="158750"/>
                  </a:lnTo>
                  <a:lnTo>
                    <a:pt x="581660" y="372110"/>
                  </a:lnTo>
                  <a:lnTo>
                    <a:pt x="795020" y="372110"/>
                  </a:lnTo>
                  <a:lnTo>
                    <a:pt x="795020" y="158750"/>
                  </a:lnTo>
                  <a:close/>
                  <a:moveTo>
                    <a:pt x="744220" y="321310"/>
                  </a:moveTo>
                  <a:lnTo>
                    <a:pt x="632460" y="321310"/>
                  </a:lnTo>
                  <a:lnTo>
                    <a:pt x="632460" y="209550"/>
                  </a:lnTo>
                  <a:lnTo>
                    <a:pt x="744220" y="209550"/>
                  </a:lnTo>
                  <a:lnTo>
                    <a:pt x="744220" y="321310"/>
                  </a:lnTo>
                  <a:close/>
                  <a:moveTo>
                    <a:pt x="1019810" y="295910"/>
                  </a:moveTo>
                  <a:lnTo>
                    <a:pt x="1230630" y="295910"/>
                  </a:lnTo>
                  <a:lnTo>
                    <a:pt x="1230630" y="346710"/>
                  </a:lnTo>
                  <a:lnTo>
                    <a:pt x="1019810" y="346710"/>
                  </a:lnTo>
                  <a:lnTo>
                    <a:pt x="1019810" y="295910"/>
                  </a:lnTo>
                  <a:close/>
                </a:path>
              </a:pathLst>
            </a:custGeom>
            <a:solidFill>
              <a:srgbClr val="3954A3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670802" y="4950723"/>
            <a:ext cx="3548003" cy="5072059"/>
            <a:chOff x="0" y="0"/>
            <a:chExt cx="4434840" cy="6339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436880"/>
              <a:ext cx="4064000" cy="5902960"/>
            </a:xfrm>
            <a:custGeom>
              <a:avLst/>
              <a:gdLst/>
              <a:ahLst/>
              <a:cxnLst/>
              <a:rect r="r" b="b" t="t" l="l"/>
              <a:pathLst>
                <a:path h="5902960" w="4064000">
                  <a:moveTo>
                    <a:pt x="4064000" y="5902960"/>
                  </a:moveTo>
                  <a:lnTo>
                    <a:pt x="0" y="5902960"/>
                  </a:lnTo>
                  <a:lnTo>
                    <a:pt x="0" y="0"/>
                  </a:lnTo>
                  <a:lnTo>
                    <a:pt x="4064000" y="0"/>
                  </a:lnTo>
                  <a:lnTo>
                    <a:pt x="4064000" y="5902960"/>
                  </a:lnTo>
                  <a:close/>
                </a:path>
              </a:pathLst>
            </a:custGeom>
            <a:blipFill>
              <a:blip r:embed="rId7"/>
              <a:stretch>
                <a:fillRect l="-4402" t="0" r="-4402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0800" y="50800"/>
              <a:ext cx="4333240" cy="6239510"/>
            </a:xfrm>
            <a:custGeom>
              <a:avLst/>
              <a:gdLst/>
              <a:ahLst/>
              <a:cxnLst/>
              <a:rect r="r" b="b" t="t" l="l"/>
              <a:pathLst>
                <a:path h="6239510" w="4333240">
                  <a:moveTo>
                    <a:pt x="4333240" y="335280"/>
                  </a:moveTo>
                  <a:lnTo>
                    <a:pt x="0" y="335280"/>
                  </a:lnTo>
                  <a:lnTo>
                    <a:pt x="0" y="0"/>
                  </a:lnTo>
                  <a:lnTo>
                    <a:pt x="4333240" y="0"/>
                  </a:lnTo>
                  <a:lnTo>
                    <a:pt x="4333240" y="335280"/>
                  </a:lnTo>
                  <a:close/>
                  <a:moveTo>
                    <a:pt x="4333240" y="5970270"/>
                  </a:moveTo>
                  <a:lnTo>
                    <a:pt x="4064000" y="5970270"/>
                  </a:lnTo>
                  <a:lnTo>
                    <a:pt x="4064000" y="6239510"/>
                  </a:lnTo>
                  <a:lnTo>
                    <a:pt x="4333240" y="6239510"/>
                  </a:lnTo>
                  <a:lnTo>
                    <a:pt x="4333240" y="5970270"/>
                  </a:lnTo>
                  <a:close/>
                </a:path>
              </a:pathLst>
            </a:custGeom>
            <a:solidFill>
              <a:srgbClr val="78EB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96850" y="165100"/>
              <a:ext cx="811530" cy="119380"/>
            </a:xfrm>
            <a:custGeom>
              <a:avLst/>
              <a:gdLst/>
              <a:ahLst/>
              <a:cxnLst/>
              <a:rect r="r" b="b" t="t" l="l"/>
              <a:pathLst>
                <a:path h="119380" w="811530">
                  <a:moveTo>
                    <a:pt x="119380" y="59690"/>
                  </a:moveTo>
                  <a:cubicBezTo>
                    <a:pt x="119380" y="92710"/>
                    <a:pt x="92710" y="119380"/>
                    <a:pt x="59690" y="119380"/>
                  </a:cubicBezTo>
                  <a:cubicBezTo>
                    <a:pt x="26670" y="119380"/>
                    <a:pt x="0" y="92710"/>
                    <a:pt x="0" y="59690"/>
                  </a:cubicBezTo>
                  <a:cubicBezTo>
                    <a:pt x="0" y="26670"/>
                    <a:pt x="26670" y="0"/>
                    <a:pt x="59690" y="0"/>
                  </a:cubicBezTo>
                  <a:cubicBezTo>
                    <a:pt x="92710" y="0"/>
                    <a:pt x="119380" y="26670"/>
                    <a:pt x="119380" y="59690"/>
                  </a:cubicBezTo>
                  <a:close/>
                  <a:moveTo>
                    <a:pt x="406400" y="0"/>
                  </a:moveTo>
                  <a:cubicBezTo>
                    <a:pt x="373380" y="0"/>
                    <a:pt x="346710" y="26670"/>
                    <a:pt x="346710" y="59690"/>
                  </a:cubicBezTo>
                  <a:cubicBezTo>
                    <a:pt x="346710" y="92710"/>
                    <a:pt x="373380" y="119380"/>
                    <a:pt x="406400" y="119380"/>
                  </a:cubicBezTo>
                  <a:cubicBezTo>
                    <a:pt x="439420" y="119380"/>
                    <a:pt x="466090" y="92710"/>
                    <a:pt x="466090" y="59690"/>
                  </a:cubicBezTo>
                  <a:cubicBezTo>
                    <a:pt x="466090" y="26670"/>
                    <a:pt x="439420" y="0"/>
                    <a:pt x="406400" y="0"/>
                  </a:cubicBezTo>
                  <a:close/>
                  <a:moveTo>
                    <a:pt x="751840" y="0"/>
                  </a:moveTo>
                  <a:cubicBezTo>
                    <a:pt x="718820" y="0"/>
                    <a:pt x="692150" y="26670"/>
                    <a:pt x="692150" y="59690"/>
                  </a:cubicBezTo>
                  <a:cubicBezTo>
                    <a:pt x="692150" y="92710"/>
                    <a:pt x="718820" y="119380"/>
                    <a:pt x="751840" y="119380"/>
                  </a:cubicBezTo>
                  <a:cubicBezTo>
                    <a:pt x="784860" y="119380"/>
                    <a:pt x="811530" y="92710"/>
                    <a:pt x="811530" y="59690"/>
                  </a:cubicBezTo>
                  <a:cubicBezTo>
                    <a:pt x="811530" y="26670"/>
                    <a:pt x="784860" y="0"/>
                    <a:pt x="751840" y="0"/>
                  </a:cubicBezTo>
                  <a:close/>
                </a:path>
              </a:pathLst>
            </a:custGeom>
            <a:solidFill>
              <a:srgbClr val="78EB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114800" y="438150"/>
              <a:ext cx="269240" cy="5532120"/>
            </a:xfrm>
            <a:custGeom>
              <a:avLst/>
              <a:gdLst/>
              <a:ahLst/>
              <a:cxnLst/>
              <a:rect r="r" b="b" t="t" l="l"/>
              <a:pathLst>
                <a:path h="5532120" w="269240">
                  <a:moveTo>
                    <a:pt x="269240" y="5532120"/>
                  </a:moveTo>
                  <a:lnTo>
                    <a:pt x="0" y="5532120"/>
                  </a:lnTo>
                  <a:lnTo>
                    <a:pt x="0" y="0"/>
                  </a:lnTo>
                  <a:lnTo>
                    <a:pt x="269240" y="0"/>
                  </a:lnTo>
                  <a:lnTo>
                    <a:pt x="269240" y="5532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34840" cy="6338570"/>
            </a:xfrm>
            <a:custGeom>
              <a:avLst/>
              <a:gdLst/>
              <a:ahLst/>
              <a:cxnLst/>
              <a:rect r="r" b="b" t="t" l="l"/>
              <a:pathLst>
                <a:path h="6338570" w="4434840">
                  <a:moveTo>
                    <a:pt x="4147820" y="5826760"/>
                  </a:moveTo>
                  <a:lnTo>
                    <a:pt x="4182110" y="5788660"/>
                  </a:lnTo>
                  <a:lnTo>
                    <a:pt x="4250690" y="5849620"/>
                  </a:lnTo>
                  <a:lnTo>
                    <a:pt x="4319270" y="5788660"/>
                  </a:lnTo>
                  <a:lnTo>
                    <a:pt x="4353560" y="5826760"/>
                  </a:lnTo>
                  <a:lnTo>
                    <a:pt x="4251960" y="5919470"/>
                  </a:lnTo>
                  <a:lnTo>
                    <a:pt x="4147820" y="5826760"/>
                  </a:lnTo>
                  <a:close/>
                  <a:moveTo>
                    <a:pt x="4182110" y="5567680"/>
                  </a:moveTo>
                  <a:lnTo>
                    <a:pt x="4250690" y="5506720"/>
                  </a:lnTo>
                  <a:lnTo>
                    <a:pt x="4319270" y="5567680"/>
                  </a:lnTo>
                  <a:lnTo>
                    <a:pt x="4353560" y="5529580"/>
                  </a:lnTo>
                  <a:lnTo>
                    <a:pt x="4251960" y="5436870"/>
                  </a:lnTo>
                  <a:lnTo>
                    <a:pt x="4150360" y="5529580"/>
                  </a:lnTo>
                  <a:lnTo>
                    <a:pt x="4182110" y="5567680"/>
                  </a:lnTo>
                  <a:close/>
                  <a:moveTo>
                    <a:pt x="4434840" y="0"/>
                  </a:moveTo>
                  <a:lnTo>
                    <a:pt x="4434840" y="387350"/>
                  </a:lnTo>
                  <a:lnTo>
                    <a:pt x="4434840" y="438150"/>
                  </a:lnTo>
                  <a:lnTo>
                    <a:pt x="4434840" y="5351780"/>
                  </a:lnTo>
                  <a:lnTo>
                    <a:pt x="4434840" y="5403850"/>
                  </a:lnTo>
                  <a:lnTo>
                    <a:pt x="4434840" y="5660390"/>
                  </a:lnTo>
                  <a:lnTo>
                    <a:pt x="4434840" y="5721350"/>
                  </a:lnTo>
                  <a:lnTo>
                    <a:pt x="4434840" y="5969000"/>
                  </a:lnTo>
                  <a:lnTo>
                    <a:pt x="4434840" y="6029960"/>
                  </a:lnTo>
                  <a:lnTo>
                    <a:pt x="4434840" y="6338570"/>
                  </a:lnTo>
                  <a:lnTo>
                    <a:pt x="4064000" y="6338570"/>
                  </a:lnTo>
                  <a:lnTo>
                    <a:pt x="4064000" y="6338570"/>
                  </a:lnTo>
                  <a:lnTo>
                    <a:pt x="0" y="6338570"/>
                  </a:lnTo>
                  <a:lnTo>
                    <a:pt x="0" y="436880"/>
                  </a:lnTo>
                  <a:lnTo>
                    <a:pt x="0" y="436880"/>
                  </a:lnTo>
                  <a:lnTo>
                    <a:pt x="0" y="0"/>
                  </a:lnTo>
                  <a:lnTo>
                    <a:pt x="4434840" y="0"/>
                  </a:lnTo>
                  <a:close/>
                  <a:moveTo>
                    <a:pt x="50800" y="386080"/>
                  </a:moveTo>
                  <a:lnTo>
                    <a:pt x="4384040" y="386080"/>
                  </a:lnTo>
                  <a:lnTo>
                    <a:pt x="4384040" y="50800"/>
                  </a:lnTo>
                  <a:lnTo>
                    <a:pt x="50800" y="50800"/>
                  </a:lnTo>
                  <a:lnTo>
                    <a:pt x="50800" y="386080"/>
                  </a:lnTo>
                  <a:close/>
                  <a:moveTo>
                    <a:pt x="4064000" y="6031230"/>
                  </a:moveTo>
                  <a:lnTo>
                    <a:pt x="4064000" y="5970270"/>
                  </a:lnTo>
                  <a:lnTo>
                    <a:pt x="4064000" y="5722620"/>
                  </a:lnTo>
                  <a:lnTo>
                    <a:pt x="4064000" y="5661660"/>
                  </a:lnTo>
                  <a:lnTo>
                    <a:pt x="4064000" y="5405120"/>
                  </a:lnTo>
                  <a:lnTo>
                    <a:pt x="4064000" y="5353050"/>
                  </a:lnTo>
                  <a:lnTo>
                    <a:pt x="4064000" y="436880"/>
                  </a:lnTo>
                  <a:lnTo>
                    <a:pt x="50800" y="436880"/>
                  </a:lnTo>
                  <a:lnTo>
                    <a:pt x="50800" y="6289040"/>
                  </a:lnTo>
                  <a:lnTo>
                    <a:pt x="4064000" y="6289040"/>
                  </a:lnTo>
                  <a:lnTo>
                    <a:pt x="4064000" y="6031230"/>
                  </a:lnTo>
                  <a:close/>
                  <a:moveTo>
                    <a:pt x="4384040" y="5403850"/>
                  </a:moveTo>
                  <a:lnTo>
                    <a:pt x="4114800" y="5403850"/>
                  </a:lnTo>
                  <a:lnTo>
                    <a:pt x="4114800" y="5660390"/>
                  </a:lnTo>
                  <a:lnTo>
                    <a:pt x="4384040" y="5660390"/>
                  </a:lnTo>
                  <a:lnTo>
                    <a:pt x="4384040" y="5403850"/>
                  </a:lnTo>
                  <a:close/>
                  <a:moveTo>
                    <a:pt x="4114800" y="5721350"/>
                  </a:moveTo>
                  <a:lnTo>
                    <a:pt x="4114800" y="5969000"/>
                  </a:lnTo>
                  <a:lnTo>
                    <a:pt x="4384040" y="5969000"/>
                  </a:lnTo>
                  <a:lnTo>
                    <a:pt x="4384040" y="5721350"/>
                  </a:lnTo>
                  <a:lnTo>
                    <a:pt x="4114800" y="5721350"/>
                  </a:lnTo>
                  <a:close/>
                  <a:moveTo>
                    <a:pt x="4384040" y="6031230"/>
                  </a:moveTo>
                  <a:lnTo>
                    <a:pt x="4114800" y="6031230"/>
                  </a:lnTo>
                  <a:lnTo>
                    <a:pt x="4114800" y="6289040"/>
                  </a:lnTo>
                  <a:lnTo>
                    <a:pt x="4384040" y="6289040"/>
                  </a:lnTo>
                  <a:lnTo>
                    <a:pt x="4384040" y="6031230"/>
                  </a:lnTo>
                  <a:close/>
                  <a:moveTo>
                    <a:pt x="4384040" y="5351780"/>
                  </a:moveTo>
                  <a:lnTo>
                    <a:pt x="4384040" y="438150"/>
                  </a:lnTo>
                  <a:lnTo>
                    <a:pt x="4114800" y="438150"/>
                  </a:lnTo>
                  <a:lnTo>
                    <a:pt x="4114800" y="5351780"/>
                  </a:lnTo>
                  <a:lnTo>
                    <a:pt x="4384040" y="5351780"/>
                  </a:lnTo>
                  <a:close/>
                  <a:moveTo>
                    <a:pt x="367030" y="224790"/>
                  </a:moveTo>
                  <a:cubicBezTo>
                    <a:pt x="367030" y="285750"/>
                    <a:pt x="317500" y="335280"/>
                    <a:pt x="256540" y="335280"/>
                  </a:cubicBezTo>
                  <a:cubicBezTo>
                    <a:pt x="195580" y="335280"/>
                    <a:pt x="146050" y="285750"/>
                    <a:pt x="146050" y="224790"/>
                  </a:cubicBezTo>
                  <a:cubicBezTo>
                    <a:pt x="146050" y="163830"/>
                    <a:pt x="195580" y="114300"/>
                    <a:pt x="256540" y="114300"/>
                  </a:cubicBezTo>
                  <a:cubicBezTo>
                    <a:pt x="317500" y="114300"/>
                    <a:pt x="367030" y="163830"/>
                    <a:pt x="367030" y="224790"/>
                  </a:cubicBezTo>
                  <a:close/>
                  <a:moveTo>
                    <a:pt x="316230" y="224790"/>
                  </a:moveTo>
                  <a:cubicBezTo>
                    <a:pt x="316230" y="191770"/>
                    <a:pt x="289560" y="165100"/>
                    <a:pt x="256540" y="165100"/>
                  </a:cubicBezTo>
                  <a:cubicBezTo>
                    <a:pt x="223520" y="165100"/>
                    <a:pt x="196850" y="191770"/>
                    <a:pt x="196850" y="224790"/>
                  </a:cubicBezTo>
                  <a:cubicBezTo>
                    <a:pt x="196850" y="257810"/>
                    <a:pt x="223520" y="284480"/>
                    <a:pt x="256540" y="284480"/>
                  </a:cubicBezTo>
                  <a:cubicBezTo>
                    <a:pt x="289560" y="285750"/>
                    <a:pt x="316230" y="257810"/>
                    <a:pt x="316230" y="224790"/>
                  </a:cubicBezTo>
                  <a:close/>
                  <a:moveTo>
                    <a:pt x="713740" y="224790"/>
                  </a:moveTo>
                  <a:cubicBezTo>
                    <a:pt x="713740" y="285750"/>
                    <a:pt x="664210" y="335280"/>
                    <a:pt x="603250" y="335280"/>
                  </a:cubicBezTo>
                  <a:cubicBezTo>
                    <a:pt x="542290" y="335280"/>
                    <a:pt x="492760" y="285750"/>
                    <a:pt x="492760" y="224790"/>
                  </a:cubicBezTo>
                  <a:cubicBezTo>
                    <a:pt x="492760" y="163830"/>
                    <a:pt x="541020" y="114300"/>
                    <a:pt x="603250" y="114300"/>
                  </a:cubicBezTo>
                  <a:cubicBezTo>
                    <a:pt x="664210" y="114300"/>
                    <a:pt x="713740" y="163830"/>
                    <a:pt x="713740" y="224790"/>
                  </a:cubicBezTo>
                  <a:close/>
                  <a:moveTo>
                    <a:pt x="662940" y="224790"/>
                  </a:moveTo>
                  <a:cubicBezTo>
                    <a:pt x="662940" y="191770"/>
                    <a:pt x="636270" y="165100"/>
                    <a:pt x="603250" y="165100"/>
                  </a:cubicBezTo>
                  <a:cubicBezTo>
                    <a:pt x="570230" y="165100"/>
                    <a:pt x="543560" y="191770"/>
                    <a:pt x="543560" y="224790"/>
                  </a:cubicBezTo>
                  <a:cubicBezTo>
                    <a:pt x="543560" y="257810"/>
                    <a:pt x="570230" y="284480"/>
                    <a:pt x="603250" y="284480"/>
                  </a:cubicBezTo>
                  <a:cubicBezTo>
                    <a:pt x="636270" y="285750"/>
                    <a:pt x="662940" y="257810"/>
                    <a:pt x="662940" y="224790"/>
                  </a:cubicBezTo>
                  <a:close/>
                  <a:moveTo>
                    <a:pt x="1060450" y="224790"/>
                  </a:moveTo>
                  <a:cubicBezTo>
                    <a:pt x="1060450" y="285750"/>
                    <a:pt x="1010920" y="335280"/>
                    <a:pt x="949960" y="335280"/>
                  </a:cubicBezTo>
                  <a:cubicBezTo>
                    <a:pt x="889000" y="335280"/>
                    <a:pt x="839470" y="285750"/>
                    <a:pt x="839470" y="224790"/>
                  </a:cubicBezTo>
                  <a:cubicBezTo>
                    <a:pt x="839470" y="163830"/>
                    <a:pt x="887730" y="114300"/>
                    <a:pt x="948690" y="114300"/>
                  </a:cubicBezTo>
                  <a:cubicBezTo>
                    <a:pt x="1009650" y="114300"/>
                    <a:pt x="1060450" y="163830"/>
                    <a:pt x="1060450" y="224790"/>
                  </a:cubicBezTo>
                  <a:close/>
                  <a:moveTo>
                    <a:pt x="1009650" y="224790"/>
                  </a:moveTo>
                  <a:cubicBezTo>
                    <a:pt x="1009650" y="191770"/>
                    <a:pt x="982980" y="165100"/>
                    <a:pt x="949960" y="165100"/>
                  </a:cubicBezTo>
                  <a:cubicBezTo>
                    <a:pt x="916940" y="165100"/>
                    <a:pt x="890270" y="191770"/>
                    <a:pt x="890270" y="224790"/>
                  </a:cubicBezTo>
                  <a:cubicBezTo>
                    <a:pt x="890270" y="257810"/>
                    <a:pt x="916940" y="284480"/>
                    <a:pt x="949960" y="284480"/>
                  </a:cubicBezTo>
                  <a:cubicBezTo>
                    <a:pt x="981710" y="285750"/>
                    <a:pt x="1009650" y="257810"/>
                    <a:pt x="1009650" y="224790"/>
                  </a:cubicBezTo>
                  <a:close/>
                  <a:moveTo>
                    <a:pt x="1207770" y="304800"/>
                  </a:moveTo>
                  <a:lnTo>
                    <a:pt x="4263390" y="304800"/>
                  </a:lnTo>
                  <a:lnTo>
                    <a:pt x="4263390" y="254000"/>
                  </a:lnTo>
                  <a:lnTo>
                    <a:pt x="1207770" y="254000"/>
                  </a:lnTo>
                  <a:lnTo>
                    <a:pt x="1207770" y="304800"/>
                  </a:lnTo>
                  <a:close/>
                  <a:moveTo>
                    <a:pt x="1207770" y="177800"/>
                  </a:moveTo>
                  <a:lnTo>
                    <a:pt x="4263390" y="177800"/>
                  </a:lnTo>
                  <a:lnTo>
                    <a:pt x="4263390" y="127000"/>
                  </a:lnTo>
                  <a:lnTo>
                    <a:pt x="1207770" y="127000"/>
                  </a:lnTo>
                  <a:lnTo>
                    <a:pt x="1207770" y="177800"/>
                  </a:lnTo>
                  <a:close/>
                </a:path>
              </a:pathLst>
            </a:custGeom>
            <a:solidFill>
              <a:srgbClr val="595757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837948" y="113170"/>
            <a:ext cx="2897921" cy="4142733"/>
            <a:chOff x="0" y="0"/>
            <a:chExt cx="4434840" cy="6339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436880"/>
              <a:ext cx="4064000" cy="5902960"/>
            </a:xfrm>
            <a:custGeom>
              <a:avLst/>
              <a:gdLst/>
              <a:ahLst/>
              <a:cxnLst/>
              <a:rect r="r" b="b" t="t" l="l"/>
              <a:pathLst>
                <a:path h="5902960" w="4064000">
                  <a:moveTo>
                    <a:pt x="4064000" y="5902960"/>
                  </a:moveTo>
                  <a:lnTo>
                    <a:pt x="0" y="5902960"/>
                  </a:lnTo>
                  <a:lnTo>
                    <a:pt x="0" y="0"/>
                  </a:lnTo>
                  <a:lnTo>
                    <a:pt x="4064000" y="0"/>
                  </a:lnTo>
                  <a:lnTo>
                    <a:pt x="4064000" y="5902960"/>
                  </a:lnTo>
                  <a:close/>
                </a:path>
              </a:pathLst>
            </a:custGeom>
            <a:blipFill>
              <a:blip r:embed="rId8"/>
              <a:stretch>
                <a:fillRect l="-9684" t="0" r="-9684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4333240" cy="6239510"/>
            </a:xfrm>
            <a:custGeom>
              <a:avLst/>
              <a:gdLst/>
              <a:ahLst/>
              <a:cxnLst/>
              <a:rect r="r" b="b" t="t" l="l"/>
              <a:pathLst>
                <a:path h="6239510" w="4333240">
                  <a:moveTo>
                    <a:pt x="4333240" y="335280"/>
                  </a:moveTo>
                  <a:lnTo>
                    <a:pt x="0" y="335280"/>
                  </a:lnTo>
                  <a:lnTo>
                    <a:pt x="0" y="0"/>
                  </a:lnTo>
                  <a:lnTo>
                    <a:pt x="4333240" y="0"/>
                  </a:lnTo>
                  <a:lnTo>
                    <a:pt x="4333240" y="335280"/>
                  </a:lnTo>
                  <a:close/>
                  <a:moveTo>
                    <a:pt x="4333240" y="5970270"/>
                  </a:moveTo>
                  <a:lnTo>
                    <a:pt x="4064000" y="5970270"/>
                  </a:lnTo>
                  <a:lnTo>
                    <a:pt x="4064000" y="6239510"/>
                  </a:lnTo>
                  <a:lnTo>
                    <a:pt x="4333240" y="6239510"/>
                  </a:lnTo>
                  <a:lnTo>
                    <a:pt x="4333240" y="5970270"/>
                  </a:lnTo>
                  <a:close/>
                </a:path>
              </a:pathLst>
            </a:custGeom>
            <a:solidFill>
              <a:srgbClr val="3954A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96850" y="165100"/>
              <a:ext cx="811530" cy="119380"/>
            </a:xfrm>
            <a:custGeom>
              <a:avLst/>
              <a:gdLst/>
              <a:ahLst/>
              <a:cxnLst/>
              <a:rect r="r" b="b" t="t" l="l"/>
              <a:pathLst>
                <a:path h="119380" w="811530">
                  <a:moveTo>
                    <a:pt x="119380" y="59690"/>
                  </a:moveTo>
                  <a:cubicBezTo>
                    <a:pt x="119380" y="92710"/>
                    <a:pt x="92710" y="119380"/>
                    <a:pt x="59690" y="119380"/>
                  </a:cubicBezTo>
                  <a:cubicBezTo>
                    <a:pt x="26670" y="119380"/>
                    <a:pt x="0" y="92710"/>
                    <a:pt x="0" y="59690"/>
                  </a:cubicBezTo>
                  <a:cubicBezTo>
                    <a:pt x="0" y="26670"/>
                    <a:pt x="26670" y="0"/>
                    <a:pt x="59690" y="0"/>
                  </a:cubicBezTo>
                  <a:cubicBezTo>
                    <a:pt x="92710" y="0"/>
                    <a:pt x="119380" y="26670"/>
                    <a:pt x="119380" y="59690"/>
                  </a:cubicBezTo>
                  <a:close/>
                  <a:moveTo>
                    <a:pt x="406400" y="0"/>
                  </a:moveTo>
                  <a:cubicBezTo>
                    <a:pt x="373380" y="0"/>
                    <a:pt x="346710" y="26670"/>
                    <a:pt x="346710" y="59690"/>
                  </a:cubicBezTo>
                  <a:cubicBezTo>
                    <a:pt x="346710" y="92710"/>
                    <a:pt x="373380" y="119380"/>
                    <a:pt x="406400" y="119380"/>
                  </a:cubicBezTo>
                  <a:cubicBezTo>
                    <a:pt x="439420" y="119380"/>
                    <a:pt x="466090" y="92710"/>
                    <a:pt x="466090" y="59690"/>
                  </a:cubicBezTo>
                  <a:cubicBezTo>
                    <a:pt x="466090" y="26670"/>
                    <a:pt x="439420" y="0"/>
                    <a:pt x="406400" y="0"/>
                  </a:cubicBezTo>
                  <a:close/>
                  <a:moveTo>
                    <a:pt x="751840" y="0"/>
                  </a:moveTo>
                  <a:cubicBezTo>
                    <a:pt x="718820" y="0"/>
                    <a:pt x="692150" y="26670"/>
                    <a:pt x="692150" y="59690"/>
                  </a:cubicBezTo>
                  <a:cubicBezTo>
                    <a:pt x="692150" y="92710"/>
                    <a:pt x="718820" y="119380"/>
                    <a:pt x="751840" y="119380"/>
                  </a:cubicBezTo>
                  <a:cubicBezTo>
                    <a:pt x="784860" y="119380"/>
                    <a:pt x="811530" y="92710"/>
                    <a:pt x="811530" y="59690"/>
                  </a:cubicBezTo>
                  <a:cubicBezTo>
                    <a:pt x="811530" y="26670"/>
                    <a:pt x="784860" y="0"/>
                    <a:pt x="751840" y="0"/>
                  </a:cubicBezTo>
                  <a:close/>
                </a:path>
              </a:pathLst>
            </a:custGeom>
            <a:solidFill>
              <a:srgbClr val="3954A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114800" y="438150"/>
              <a:ext cx="269240" cy="5532120"/>
            </a:xfrm>
            <a:custGeom>
              <a:avLst/>
              <a:gdLst/>
              <a:ahLst/>
              <a:cxnLst/>
              <a:rect r="r" b="b" t="t" l="l"/>
              <a:pathLst>
                <a:path h="5532120" w="269240">
                  <a:moveTo>
                    <a:pt x="269240" y="5532120"/>
                  </a:moveTo>
                  <a:lnTo>
                    <a:pt x="0" y="5532120"/>
                  </a:lnTo>
                  <a:lnTo>
                    <a:pt x="0" y="0"/>
                  </a:lnTo>
                  <a:lnTo>
                    <a:pt x="269240" y="0"/>
                  </a:lnTo>
                  <a:lnTo>
                    <a:pt x="269240" y="5532120"/>
                  </a:ln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34840" cy="6338570"/>
            </a:xfrm>
            <a:custGeom>
              <a:avLst/>
              <a:gdLst/>
              <a:ahLst/>
              <a:cxnLst/>
              <a:rect r="r" b="b" t="t" l="l"/>
              <a:pathLst>
                <a:path h="6338570" w="4434840">
                  <a:moveTo>
                    <a:pt x="4147820" y="5826760"/>
                  </a:moveTo>
                  <a:lnTo>
                    <a:pt x="4182110" y="5788660"/>
                  </a:lnTo>
                  <a:lnTo>
                    <a:pt x="4250690" y="5849620"/>
                  </a:lnTo>
                  <a:lnTo>
                    <a:pt x="4319270" y="5788660"/>
                  </a:lnTo>
                  <a:lnTo>
                    <a:pt x="4353560" y="5826760"/>
                  </a:lnTo>
                  <a:lnTo>
                    <a:pt x="4251960" y="5919470"/>
                  </a:lnTo>
                  <a:lnTo>
                    <a:pt x="4147820" y="5826760"/>
                  </a:lnTo>
                  <a:close/>
                  <a:moveTo>
                    <a:pt x="4182110" y="5567680"/>
                  </a:moveTo>
                  <a:lnTo>
                    <a:pt x="4250690" y="5506720"/>
                  </a:lnTo>
                  <a:lnTo>
                    <a:pt x="4319270" y="5567680"/>
                  </a:lnTo>
                  <a:lnTo>
                    <a:pt x="4353560" y="5529580"/>
                  </a:lnTo>
                  <a:lnTo>
                    <a:pt x="4251960" y="5436870"/>
                  </a:lnTo>
                  <a:lnTo>
                    <a:pt x="4150360" y="5529580"/>
                  </a:lnTo>
                  <a:lnTo>
                    <a:pt x="4182110" y="5567680"/>
                  </a:lnTo>
                  <a:close/>
                  <a:moveTo>
                    <a:pt x="4434840" y="0"/>
                  </a:moveTo>
                  <a:lnTo>
                    <a:pt x="4434840" y="387350"/>
                  </a:lnTo>
                  <a:lnTo>
                    <a:pt x="4434840" y="438150"/>
                  </a:lnTo>
                  <a:lnTo>
                    <a:pt x="4434840" y="5351780"/>
                  </a:lnTo>
                  <a:lnTo>
                    <a:pt x="4434840" y="5403850"/>
                  </a:lnTo>
                  <a:lnTo>
                    <a:pt x="4434840" y="5660390"/>
                  </a:lnTo>
                  <a:lnTo>
                    <a:pt x="4434840" y="5721350"/>
                  </a:lnTo>
                  <a:lnTo>
                    <a:pt x="4434840" y="5969000"/>
                  </a:lnTo>
                  <a:lnTo>
                    <a:pt x="4434840" y="6029960"/>
                  </a:lnTo>
                  <a:lnTo>
                    <a:pt x="4434840" y="6338570"/>
                  </a:lnTo>
                  <a:lnTo>
                    <a:pt x="4064000" y="6338570"/>
                  </a:lnTo>
                  <a:lnTo>
                    <a:pt x="4064000" y="6338570"/>
                  </a:lnTo>
                  <a:lnTo>
                    <a:pt x="0" y="6338570"/>
                  </a:lnTo>
                  <a:lnTo>
                    <a:pt x="0" y="436880"/>
                  </a:lnTo>
                  <a:lnTo>
                    <a:pt x="0" y="436880"/>
                  </a:lnTo>
                  <a:lnTo>
                    <a:pt x="0" y="0"/>
                  </a:lnTo>
                  <a:lnTo>
                    <a:pt x="4434840" y="0"/>
                  </a:lnTo>
                  <a:close/>
                  <a:moveTo>
                    <a:pt x="50800" y="386080"/>
                  </a:moveTo>
                  <a:lnTo>
                    <a:pt x="4384040" y="386080"/>
                  </a:lnTo>
                  <a:lnTo>
                    <a:pt x="4384040" y="50800"/>
                  </a:lnTo>
                  <a:lnTo>
                    <a:pt x="50800" y="50800"/>
                  </a:lnTo>
                  <a:lnTo>
                    <a:pt x="50800" y="386080"/>
                  </a:lnTo>
                  <a:close/>
                  <a:moveTo>
                    <a:pt x="4064000" y="6031230"/>
                  </a:moveTo>
                  <a:lnTo>
                    <a:pt x="4064000" y="5970270"/>
                  </a:lnTo>
                  <a:lnTo>
                    <a:pt x="4064000" y="5722620"/>
                  </a:lnTo>
                  <a:lnTo>
                    <a:pt x="4064000" y="5661660"/>
                  </a:lnTo>
                  <a:lnTo>
                    <a:pt x="4064000" y="5405120"/>
                  </a:lnTo>
                  <a:lnTo>
                    <a:pt x="4064000" y="5353050"/>
                  </a:lnTo>
                  <a:lnTo>
                    <a:pt x="4064000" y="436880"/>
                  </a:lnTo>
                  <a:lnTo>
                    <a:pt x="50800" y="436880"/>
                  </a:lnTo>
                  <a:lnTo>
                    <a:pt x="50800" y="6289040"/>
                  </a:lnTo>
                  <a:lnTo>
                    <a:pt x="4064000" y="6289040"/>
                  </a:lnTo>
                  <a:lnTo>
                    <a:pt x="4064000" y="6031230"/>
                  </a:lnTo>
                  <a:close/>
                  <a:moveTo>
                    <a:pt x="4384040" y="5403850"/>
                  </a:moveTo>
                  <a:lnTo>
                    <a:pt x="4114800" y="5403850"/>
                  </a:lnTo>
                  <a:lnTo>
                    <a:pt x="4114800" y="5660390"/>
                  </a:lnTo>
                  <a:lnTo>
                    <a:pt x="4384040" y="5660390"/>
                  </a:lnTo>
                  <a:lnTo>
                    <a:pt x="4384040" y="5403850"/>
                  </a:lnTo>
                  <a:close/>
                  <a:moveTo>
                    <a:pt x="4114800" y="5721350"/>
                  </a:moveTo>
                  <a:lnTo>
                    <a:pt x="4114800" y="5969000"/>
                  </a:lnTo>
                  <a:lnTo>
                    <a:pt x="4384040" y="5969000"/>
                  </a:lnTo>
                  <a:lnTo>
                    <a:pt x="4384040" y="5721350"/>
                  </a:lnTo>
                  <a:lnTo>
                    <a:pt x="4114800" y="5721350"/>
                  </a:lnTo>
                  <a:close/>
                  <a:moveTo>
                    <a:pt x="4384040" y="6031230"/>
                  </a:moveTo>
                  <a:lnTo>
                    <a:pt x="4114800" y="6031230"/>
                  </a:lnTo>
                  <a:lnTo>
                    <a:pt x="4114800" y="6289040"/>
                  </a:lnTo>
                  <a:lnTo>
                    <a:pt x="4384040" y="6289040"/>
                  </a:lnTo>
                  <a:lnTo>
                    <a:pt x="4384040" y="6031230"/>
                  </a:lnTo>
                  <a:close/>
                  <a:moveTo>
                    <a:pt x="4384040" y="5351780"/>
                  </a:moveTo>
                  <a:lnTo>
                    <a:pt x="4384040" y="438150"/>
                  </a:lnTo>
                  <a:lnTo>
                    <a:pt x="4114800" y="438150"/>
                  </a:lnTo>
                  <a:lnTo>
                    <a:pt x="4114800" y="5351780"/>
                  </a:lnTo>
                  <a:lnTo>
                    <a:pt x="4384040" y="5351780"/>
                  </a:lnTo>
                  <a:close/>
                  <a:moveTo>
                    <a:pt x="367030" y="224790"/>
                  </a:moveTo>
                  <a:cubicBezTo>
                    <a:pt x="367030" y="285750"/>
                    <a:pt x="317500" y="335280"/>
                    <a:pt x="256540" y="335280"/>
                  </a:cubicBezTo>
                  <a:cubicBezTo>
                    <a:pt x="195580" y="335280"/>
                    <a:pt x="146050" y="285750"/>
                    <a:pt x="146050" y="224790"/>
                  </a:cubicBezTo>
                  <a:cubicBezTo>
                    <a:pt x="146050" y="163830"/>
                    <a:pt x="195580" y="114300"/>
                    <a:pt x="256540" y="114300"/>
                  </a:cubicBezTo>
                  <a:cubicBezTo>
                    <a:pt x="317500" y="114300"/>
                    <a:pt x="367030" y="163830"/>
                    <a:pt x="367030" y="224790"/>
                  </a:cubicBezTo>
                  <a:close/>
                  <a:moveTo>
                    <a:pt x="316230" y="224790"/>
                  </a:moveTo>
                  <a:cubicBezTo>
                    <a:pt x="316230" y="191770"/>
                    <a:pt x="289560" y="165100"/>
                    <a:pt x="256540" y="165100"/>
                  </a:cubicBezTo>
                  <a:cubicBezTo>
                    <a:pt x="223520" y="165100"/>
                    <a:pt x="196850" y="191770"/>
                    <a:pt x="196850" y="224790"/>
                  </a:cubicBezTo>
                  <a:cubicBezTo>
                    <a:pt x="196850" y="257810"/>
                    <a:pt x="223520" y="284480"/>
                    <a:pt x="256540" y="284480"/>
                  </a:cubicBezTo>
                  <a:cubicBezTo>
                    <a:pt x="289560" y="285750"/>
                    <a:pt x="316230" y="257810"/>
                    <a:pt x="316230" y="224790"/>
                  </a:cubicBezTo>
                  <a:close/>
                  <a:moveTo>
                    <a:pt x="713740" y="224790"/>
                  </a:moveTo>
                  <a:cubicBezTo>
                    <a:pt x="713740" y="285750"/>
                    <a:pt x="664210" y="335280"/>
                    <a:pt x="603250" y="335280"/>
                  </a:cubicBezTo>
                  <a:cubicBezTo>
                    <a:pt x="542290" y="335280"/>
                    <a:pt x="492760" y="285750"/>
                    <a:pt x="492760" y="224790"/>
                  </a:cubicBezTo>
                  <a:cubicBezTo>
                    <a:pt x="492760" y="163830"/>
                    <a:pt x="541020" y="114300"/>
                    <a:pt x="603250" y="114300"/>
                  </a:cubicBezTo>
                  <a:cubicBezTo>
                    <a:pt x="664210" y="114300"/>
                    <a:pt x="713740" y="163830"/>
                    <a:pt x="713740" y="224790"/>
                  </a:cubicBezTo>
                  <a:close/>
                  <a:moveTo>
                    <a:pt x="662940" y="224790"/>
                  </a:moveTo>
                  <a:cubicBezTo>
                    <a:pt x="662940" y="191770"/>
                    <a:pt x="636270" y="165100"/>
                    <a:pt x="603250" y="165100"/>
                  </a:cubicBezTo>
                  <a:cubicBezTo>
                    <a:pt x="570230" y="165100"/>
                    <a:pt x="543560" y="191770"/>
                    <a:pt x="543560" y="224790"/>
                  </a:cubicBezTo>
                  <a:cubicBezTo>
                    <a:pt x="543560" y="257810"/>
                    <a:pt x="570230" y="284480"/>
                    <a:pt x="603250" y="284480"/>
                  </a:cubicBezTo>
                  <a:cubicBezTo>
                    <a:pt x="636270" y="285750"/>
                    <a:pt x="662940" y="257810"/>
                    <a:pt x="662940" y="224790"/>
                  </a:cubicBezTo>
                  <a:close/>
                  <a:moveTo>
                    <a:pt x="1060450" y="224790"/>
                  </a:moveTo>
                  <a:cubicBezTo>
                    <a:pt x="1060450" y="285750"/>
                    <a:pt x="1010920" y="335280"/>
                    <a:pt x="949960" y="335280"/>
                  </a:cubicBezTo>
                  <a:cubicBezTo>
                    <a:pt x="889000" y="335280"/>
                    <a:pt x="839470" y="285750"/>
                    <a:pt x="839470" y="224790"/>
                  </a:cubicBezTo>
                  <a:cubicBezTo>
                    <a:pt x="839470" y="163830"/>
                    <a:pt x="887730" y="114300"/>
                    <a:pt x="948690" y="114300"/>
                  </a:cubicBezTo>
                  <a:cubicBezTo>
                    <a:pt x="1009650" y="114300"/>
                    <a:pt x="1060450" y="163830"/>
                    <a:pt x="1060450" y="224790"/>
                  </a:cubicBezTo>
                  <a:close/>
                  <a:moveTo>
                    <a:pt x="1009650" y="224790"/>
                  </a:moveTo>
                  <a:cubicBezTo>
                    <a:pt x="1009650" y="191770"/>
                    <a:pt x="982980" y="165100"/>
                    <a:pt x="949960" y="165100"/>
                  </a:cubicBezTo>
                  <a:cubicBezTo>
                    <a:pt x="916940" y="165100"/>
                    <a:pt x="890270" y="191770"/>
                    <a:pt x="890270" y="224790"/>
                  </a:cubicBezTo>
                  <a:cubicBezTo>
                    <a:pt x="890270" y="257810"/>
                    <a:pt x="916940" y="284480"/>
                    <a:pt x="949960" y="284480"/>
                  </a:cubicBezTo>
                  <a:cubicBezTo>
                    <a:pt x="981710" y="285750"/>
                    <a:pt x="1009650" y="257810"/>
                    <a:pt x="1009650" y="224790"/>
                  </a:cubicBezTo>
                  <a:close/>
                  <a:moveTo>
                    <a:pt x="1207770" y="304800"/>
                  </a:moveTo>
                  <a:lnTo>
                    <a:pt x="4263390" y="304800"/>
                  </a:lnTo>
                  <a:lnTo>
                    <a:pt x="4263390" y="254000"/>
                  </a:lnTo>
                  <a:lnTo>
                    <a:pt x="1207770" y="254000"/>
                  </a:lnTo>
                  <a:lnTo>
                    <a:pt x="1207770" y="304800"/>
                  </a:lnTo>
                  <a:close/>
                  <a:moveTo>
                    <a:pt x="1207770" y="177800"/>
                  </a:moveTo>
                  <a:lnTo>
                    <a:pt x="4263390" y="177800"/>
                  </a:lnTo>
                  <a:lnTo>
                    <a:pt x="4263390" y="127000"/>
                  </a:lnTo>
                  <a:lnTo>
                    <a:pt x="1207770" y="127000"/>
                  </a:lnTo>
                  <a:lnTo>
                    <a:pt x="1207770" y="177800"/>
                  </a:lnTo>
                  <a:close/>
                </a:path>
              </a:pathLst>
            </a:custGeom>
            <a:solidFill>
              <a:srgbClr val="F8FF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5967880" y="407891"/>
            <a:ext cx="5485595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DISEÑO FINAL DEL SISTEMA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E4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48918"/>
            <a:ext cx="19526405" cy="3559395"/>
            <a:chOff x="0" y="0"/>
            <a:chExt cx="26035207" cy="4745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8358" y="290595"/>
            <a:ext cx="17749246" cy="2034132"/>
            <a:chOff x="0" y="0"/>
            <a:chExt cx="5134399" cy="588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4399" cy="588422"/>
            </a:xfrm>
            <a:custGeom>
              <a:avLst/>
              <a:gdLst/>
              <a:ahLst/>
              <a:cxnLst/>
              <a:rect r="r" b="b" t="t" l="l"/>
              <a:pathLst>
                <a:path h="588422" w="5134399">
                  <a:moveTo>
                    <a:pt x="17447" y="0"/>
                  </a:moveTo>
                  <a:lnTo>
                    <a:pt x="5116951" y="0"/>
                  </a:lnTo>
                  <a:cubicBezTo>
                    <a:pt x="5126587" y="0"/>
                    <a:pt x="5134399" y="7811"/>
                    <a:pt x="5134399" y="17447"/>
                  </a:cubicBezTo>
                  <a:lnTo>
                    <a:pt x="5134399" y="570974"/>
                  </a:lnTo>
                  <a:cubicBezTo>
                    <a:pt x="5134399" y="580610"/>
                    <a:pt x="5126587" y="588422"/>
                    <a:pt x="5116951" y="588422"/>
                  </a:cubicBezTo>
                  <a:lnTo>
                    <a:pt x="17447" y="588422"/>
                  </a:lnTo>
                  <a:cubicBezTo>
                    <a:pt x="7811" y="588422"/>
                    <a:pt x="0" y="580610"/>
                    <a:pt x="0" y="570974"/>
                  </a:cubicBezTo>
                  <a:lnTo>
                    <a:pt x="0" y="17447"/>
                  </a:lnTo>
                  <a:cubicBezTo>
                    <a:pt x="0" y="7811"/>
                    <a:pt x="7811" y="0"/>
                    <a:pt x="17447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34399" cy="62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0346" y="1028700"/>
            <a:ext cx="810787" cy="540187"/>
          </a:xfrm>
          <a:custGeom>
            <a:avLst/>
            <a:gdLst/>
            <a:ahLst/>
            <a:cxnLst/>
            <a:rect r="r" b="b" t="t" l="l"/>
            <a:pathLst>
              <a:path h="540187" w="810787">
                <a:moveTo>
                  <a:pt x="0" y="0"/>
                </a:moveTo>
                <a:lnTo>
                  <a:pt x="810787" y="0"/>
                </a:lnTo>
                <a:lnTo>
                  <a:pt x="810787" y="540187"/>
                </a:lnTo>
                <a:lnTo>
                  <a:pt x="0" y="540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73256" y="2610476"/>
            <a:ext cx="15141488" cy="7461627"/>
            <a:chOff x="0" y="0"/>
            <a:chExt cx="4380042" cy="2158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0042" cy="2158456"/>
            </a:xfrm>
            <a:custGeom>
              <a:avLst/>
              <a:gdLst/>
              <a:ahLst/>
              <a:cxnLst/>
              <a:rect r="r" b="b" t="t" l="l"/>
              <a:pathLst>
                <a:path h="2158456" w="4380042">
                  <a:moveTo>
                    <a:pt x="20452" y="0"/>
                  </a:moveTo>
                  <a:lnTo>
                    <a:pt x="4359589" y="0"/>
                  </a:lnTo>
                  <a:cubicBezTo>
                    <a:pt x="4370885" y="0"/>
                    <a:pt x="4380042" y="9157"/>
                    <a:pt x="4380042" y="20452"/>
                  </a:cubicBezTo>
                  <a:lnTo>
                    <a:pt x="4380042" y="2138004"/>
                  </a:lnTo>
                  <a:cubicBezTo>
                    <a:pt x="4380042" y="2143428"/>
                    <a:pt x="4377887" y="2148630"/>
                    <a:pt x="4374051" y="2152466"/>
                  </a:cubicBezTo>
                  <a:cubicBezTo>
                    <a:pt x="4370216" y="2156301"/>
                    <a:pt x="4365014" y="2158456"/>
                    <a:pt x="4359589" y="2158456"/>
                  </a:cubicBezTo>
                  <a:lnTo>
                    <a:pt x="20452" y="2158456"/>
                  </a:lnTo>
                  <a:cubicBezTo>
                    <a:pt x="9157" y="2158456"/>
                    <a:pt x="0" y="2149299"/>
                    <a:pt x="0" y="2138004"/>
                  </a:cubicBezTo>
                  <a:lnTo>
                    <a:pt x="0" y="20452"/>
                  </a:lnTo>
                  <a:cubicBezTo>
                    <a:pt x="0" y="9157"/>
                    <a:pt x="9157" y="0"/>
                    <a:pt x="20452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80042" cy="2196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236301" y="2943851"/>
            <a:ext cx="1118162" cy="279675"/>
            <a:chOff x="0" y="0"/>
            <a:chExt cx="1490882" cy="3729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598275" y="0"/>
              <a:ext cx="402124" cy="372900"/>
              <a:chOff x="0" y="0"/>
              <a:chExt cx="87243" cy="8090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2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7" id="17"/>
            <p:cNvSpPr/>
            <p:nvPr/>
          </p:nvSpPr>
          <p:spPr>
            <a:xfrm rot="-71610">
              <a:off x="438" y="136020"/>
              <a:ext cx="401654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rot="7520344">
              <a:off x="1126908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rot="3162877">
              <a:off x="1132202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991297" y="1473900"/>
            <a:ext cx="3747434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6"/>
              </a:lnSpc>
              <a:spcBef>
                <a:spcPct val="0"/>
              </a:spcBef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ARQ.</a:t>
            </a: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 del sistema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8556" y="1473900"/>
            <a:ext cx="624070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IMPLEMENTACIÓN HARDWARE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42477" y="619640"/>
            <a:ext cx="3435763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88490" y="5448024"/>
            <a:ext cx="11948055" cy="274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6"/>
              </a:lnSpc>
            </a:pPr>
            <a:r>
              <a:rPr lang="en-US" sz="2611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Asegurar la fiabilidad y la continuidad del sistema es indispensable. Gracias a la redundancia proporccionada por el uso de dos controladores gemelos</a:t>
            </a:r>
            <a:r>
              <a:rPr lang="en-US" sz="2611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, se garantiza que, ante el fallo de un controlador, el otro pueda tomar el control sin interrupciones. Esta arquitectura permite al comparador detectar discrepancias y al sistema recuperarse de errores, manteniendo la operación del tanque de reacción de manera segura.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11027" y="4226836"/>
            <a:ext cx="6748290" cy="97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6"/>
              </a:lnSpc>
            </a:pPr>
            <a:r>
              <a:rPr lang="en-US" sz="71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REDUNDANCIA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036545" y="8188521"/>
            <a:ext cx="1239221" cy="1604169"/>
          </a:xfrm>
          <a:custGeom>
            <a:avLst/>
            <a:gdLst/>
            <a:ahLst/>
            <a:cxnLst/>
            <a:rect r="r" b="b" t="t" l="l"/>
            <a:pathLst>
              <a:path h="1604169" w="1239221">
                <a:moveTo>
                  <a:pt x="0" y="0"/>
                </a:moveTo>
                <a:lnTo>
                  <a:pt x="1239220" y="0"/>
                </a:lnTo>
                <a:lnTo>
                  <a:pt x="1239220" y="1604169"/>
                </a:lnTo>
                <a:lnTo>
                  <a:pt x="0" y="1604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5400000">
            <a:off x="16356366" y="5706324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384572" y="5706324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393580" y="619640"/>
            <a:ext cx="328593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 Bold"/>
                <a:ea typeface="Poppins Bold"/>
                <a:cs typeface="Poppins Bold"/>
                <a:sym typeface="Poppins Bold"/>
              </a:rPr>
              <a:t>REDUNDANCIA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99080" y="1473900"/>
            <a:ext cx="403451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INTERFAZ GRÁFICA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21397" y="619640"/>
            <a:ext cx="4629025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BUSES Y PROTOCOLO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5104" y="-3100997"/>
            <a:ext cx="18943104" cy="18943104"/>
          </a:xfrm>
          <a:custGeom>
            <a:avLst/>
            <a:gdLst/>
            <a:ahLst/>
            <a:cxnLst/>
            <a:rect r="r" b="b" t="t" l="l"/>
            <a:pathLst>
              <a:path h="18943104" w="18943104">
                <a:moveTo>
                  <a:pt x="0" y="0"/>
                </a:moveTo>
                <a:lnTo>
                  <a:pt x="18943104" y="0"/>
                </a:lnTo>
                <a:lnTo>
                  <a:pt x="18943104" y="18943103"/>
                </a:lnTo>
                <a:lnTo>
                  <a:pt x="0" y="189431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84793" y="1487358"/>
            <a:ext cx="16174507" cy="8019928"/>
            <a:chOff x="0" y="0"/>
            <a:chExt cx="4678867" cy="23199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78868" cy="2319958"/>
            </a:xfrm>
            <a:custGeom>
              <a:avLst/>
              <a:gdLst/>
              <a:ahLst/>
              <a:cxnLst/>
              <a:rect r="r" b="b" t="t" l="l"/>
              <a:pathLst>
                <a:path h="2319958" w="4678868">
                  <a:moveTo>
                    <a:pt x="19146" y="0"/>
                  </a:moveTo>
                  <a:lnTo>
                    <a:pt x="4659721" y="0"/>
                  </a:lnTo>
                  <a:cubicBezTo>
                    <a:pt x="4670296" y="0"/>
                    <a:pt x="4678868" y="8572"/>
                    <a:pt x="4678868" y="19146"/>
                  </a:cubicBezTo>
                  <a:lnTo>
                    <a:pt x="4678868" y="2300812"/>
                  </a:lnTo>
                  <a:cubicBezTo>
                    <a:pt x="4678868" y="2305890"/>
                    <a:pt x="4676850" y="2310760"/>
                    <a:pt x="4673260" y="2314350"/>
                  </a:cubicBezTo>
                  <a:cubicBezTo>
                    <a:pt x="4669669" y="2317941"/>
                    <a:pt x="4664799" y="2319958"/>
                    <a:pt x="4659721" y="2319958"/>
                  </a:cubicBezTo>
                  <a:lnTo>
                    <a:pt x="19146" y="2319958"/>
                  </a:lnTo>
                  <a:cubicBezTo>
                    <a:pt x="14068" y="2319958"/>
                    <a:pt x="9198" y="2317941"/>
                    <a:pt x="5608" y="2314350"/>
                  </a:cubicBezTo>
                  <a:cubicBezTo>
                    <a:pt x="2017" y="2310760"/>
                    <a:pt x="0" y="2305890"/>
                    <a:pt x="0" y="2300812"/>
                  </a:cubicBezTo>
                  <a:lnTo>
                    <a:pt x="0" y="19146"/>
                  </a:lnTo>
                  <a:cubicBezTo>
                    <a:pt x="0" y="14068"/>
                    <a:pt x="2017" y="9198"/>
                    <a:pt x="5608" y="5608"/>
                  </a:cubicBezTo>
                  <a:cubicBezTo>
                    <a:pt x="9198" y="2017"/>
                    <a:pt x="14068" y="0"/>
                    <a:pt x="19146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78867" cy="2358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19669" y="1810065"/>
            <a:ext cx="1118162" cy="279675"/>
            <a:chOff x="0" y="0"/>
            <a:chExt cx="1490882" cy="3729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598275" y="0"/>
              <a:ext cx="402124" cy="372900"/>
              <a:chOff x="0" y="0"/>
              <a:chExt cx="87243" cy="8090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2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 rot="-71610">
              <a:off x="438" y="136020"/>
              <a:ext cx="401654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rot="7520344">
              <a:off x="1126908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 rot="3162877">
              <a:off x="1132202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168318" y="2536703"/>
            <a:ext cx="420863" cy="6091431"/>
          </a:xfrm>
          <a:custGeom>
            <a:avLst/>
            <a:gdLst/>
            <a:ahLst/>
            <a:cxnLst/>
            <a:rect r="r" b="b" t="t" l="l"/>
            <a:pathLst>
              <a:path h="6091431" w="420863">
                <a:moveTo>
                  <a:pt x="0" y="0"/>
                </a:moveTo>
                <a:lnTo>
                  <a:pt x="420863" y="0"/>
                </a:lnTo>
                <a:lnTo>
                  <a:pt x="420863" y="6091431"/>
                </a:lnTo>
                <a:lnTo>
                  <a:pt x="0" y="60914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725979" y="5582419"/>
            <a:ext cx="12892134" cy="3785786"/>
          </a:xfrm>
          <a:custGeom>
            <a:avLst/>
            <a:gdLst/>
            <a:ahLst/>
            <a:cxnLst/>
            <a:rect r="r" b="b" t="t" l="l"/>
            <a:pathLst>
              <a:path h="3785786" w="12892134">
                <a:moveTo>
                  <a:pt x="0" y="0"/>
                </a:moveTo>
                <a:lnTo>
                  <a:pt x="12892135" y="0"/>
                </a:lnTo>
                <a:lnTo>
                  <a:pt x="12892135" y="3785785"/>
                </a:lnTo>
                <a:lnTo>
                  <a:pt x="0" y="3785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507360" y="146541"/>
            <a:ext cx="3903639" cy="5580460"/>
            <a:chOff x="0" y="0"/>
            <a:chExt cx="4434840" cy="6339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436880"/>
              <a:ext cx="4064000" cy="5902960"/>
            </a:xfrm>
            <a:custGeom>
              <a:avLst/>
              <a:gdLst/>
              <a:ahLst/>
              <a:cxnLst/>
              <a:rect r="r" b="b" t="t" l="l"/>
              <a:pathLst>
                <a:path h="5902960" w="4064000">
                  <a:moveTo>
                    <a:pt x="4064000" y="5902960"/>
                  </a:moveTo>
                  <a:lnTo>
                    <a:pt x="0" y="5902960"/>
                  </a:lnTo>
                  <a:lnTo>
                    <a:pt x="0" y="0"/>
                  </a:lnTo>
                  <a:lnTo>
                    <a:pt x="4064000" y="0"/>
                  </a:lnTo>
                  <a:lnTo>
                    <a:pt x="4064000" y="5902960"/>
                  </a:lnTo>
                  <a:close/>
                </a:path>
              </a:pathLst>
            </a:custGeom>
            <a:blipFill>
              <a:blip r:embed="rId7"/>
              <a:stretch>
                <a:fillRect l="-169202" t="-10627" r="-7894" b="-48985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0800" y="50800"/>
              <a:ext cx="4333240" cy="6239510"/>
            </a:xfrm>
            <a:custGeom>
              <a:avLst/>
              <a:gdLst/>
              <a:ahLst/>
              <a:cxnLst/>
              <a:rect r="r" b="b" t="t" l="l"/>
              <a:pathLst>
                <a:path h="6239510" w="4333240">
                  <a:moveTo>
                    <a:pt x="4333240" y="335280"/>
                  </a:moveTo>
                  <a:lnTo>
                    <a:pt x="0" y="335280"/>
                  </a:lnTo>
                  <a:lnTo>
                    <a:pt x="0" y="0"/>
                  </a:lnTo>
                  <a:lnTo>
                    <a:pt x="4333240" y="0"/>
                  </a:lnTo>
                  <a:lnTo>
                    <a:pt x="4333240" y="335280"/>
                  </a:lnTo>
                  <a:close/>
                  <a:moveTo>
                    <a:pt x="4333240" y="5970270"/>
                  </a:moveTo>
                  <a:lnTo>
                    <a:pt x="4064000" y="5970270"/>
                  </a:lnTo>
                  <a:lnTo>
                    <a:pt x="4064000" y="6239510"/>
                  </a:lnTo>
                  <a:lnTo>
                    <a:pt x="4333240" y="6239510"/>
                  </a:lnTo>
                  <a:lnTo>
                    <a:pt x="4333240" y="5970270"/>
                  </a:lnTo>
                  <a:close/>
                </a:path>
              </a:pathLst>
            </a:custGeom>
            <a:solidFill>
              <a:srgbClr val="3954A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96850" y="165100"/>
              <a:ext cx="811530" cy="119380"/>
            </a:xfrm>
            <a:custGeom>
              <a:avLst/>
              <a:gdLst/>
              <a:ahLst/>
              <a:cxnLst/>
              <a:rect r="r" b="b" t="t" l="l"/>
              <a:pathLst>
                <a:path h="119380" w="811530">
                  <a:moveTo>
                    <a:pt x="119380" y="59690"/>
                  </a:moveTo>
                  <a:cubicBezTo>
                    <a:pt x="119380" y="92710"/>
                    <a:pt x="92710" y="119380"/>
                    <a:pt x="59690" y="119380"/>
                  </a:cubicBezTo>
                  <a:cubicBezTo>
                    <a:pt x="26670" y="119380"/>
                    <a:pt x="0" y="92710"/>
                    <a:pt x="0" y="59690"/>
                  </a:cubicBezTo>
                  <a:cubicBezTo>
                    <a:pt x="0" y="26670"/>
                    <a:pt x="26670" y="0"/>
                    <a:pt x="59690" y="0"/>
                  </a:cubicBezTo>
                  <a:cubicBezTo>
                    <a:pt x="92710" y="0"/>
                    <a:pt x="119380" y="26670"/>
                    <a:pt x="119380" y="59690"/>
                  </a:cubicBezTo>
                  <a:close/>
                  <a:moveTo>
                    <a:pt x="406400" y="0"/>
                  </a:moveTo>
                  <a:cubicBezTo>
                    <a:pt x="373380" y="0"/>
                    <a:pt x="346710" y="26670"/>
                    <a:pt x="346710" y="59690"/>
                  </a:cubicBezTo>
                  <a:cubicBezTo>
                    <a:pt x="346710" y="92710"/>
                    <a:pt x="373380" y="119380"/>
                    <a:pt x="406400" y="119380"/>
                  </a:cubicBezTo>
                  <a:cubicBezTo>
                    <a:pt x="439420" y="119380"/>
                    <a:pt x="466090" y="92710"/>
                    <a:pt x="466090" y="59690"/>
                  </a:cubicBezTo>
                  <a:cubicBezTo>
                    <a:pt x="466090" y="26670"/>
                    <a:pt x="439420" y="0"/>
                    <a:pt x="406400" y="0"/>
                  </a:cubicBezTo>
                  <a:close/>
                  <a:moveTo>
                    <a:pt x="751840" y="0"/>
                  </a:moveTo>
                  <a:cubicBezTo>
                    <a:pt x="718820" y="0"/>
                    <a:pt x="692150" y="26670"/>
                    <a:pt x="692150" y="59690"/>
                  </a:cubicBezTo>
                  <a:cubicBezTo>
                    <a:pt x="692150" y="92710"/>
                    <a:pt x="718820" y="119380"/>
                    <a:pt x="751840" y="119380"/>
                  </a:cubicBezTo>
                  <a:cubicBezTo>
                    <a:pt x="784860" y="119380"/>
                    <a:pt x="811530" y="92710"/>
                    <a:pt x="811530" y="59690"/>
                  </a:cubicBezTo>
                  <a:cubicBezTo>
                    <a:pt x="811530" y="26670"/>
                    <a:pt x="784860" y="0"/>
                    <a:pt x="751840" y="0"/>
                  </a:cubicBezTo>
                  <a:close/>
                </a:path>
              </a:pathLst>
            </a:custGeom>
            <a:solidFill>
              <a:srgbClr val="3954A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114800" y="438150"/>
              <a:ext cx="269240" cy="5532120"/>
            </a:xfrm>
            <a:custGeom>
              <a:avLst/>
              <a:gdLst/>
              <a:ahLst/>
              <a:cxnLst/>
              <a:rect r="r" b="b" t="t" l="l"/>
              <a:pathLst>
                <a:path h="5532120" w="269240">
                  <a:moveTo>
                    <a:pt x="269240" y="5532120"/>
                  </a:moveTo>
                  <a:lnTo>
                    <a:pt x="0" y="5532120"/>
                  </a:lnTo>
                  <a:lnTo>
                    <a:pt x="0" y="0"/>
                  </a:lnTo>
                  <a:lnTo>
                    <a:pt x="269240" y="0"/>
                  </a:lnTo>
                  <a:lnTo>
                    <a:pt x="269240" y="5532120"/>
                  </a:ln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34840" cy="6338570"/>
            </a:xfrm>
            <a:custGeom>
              <a:avLst/>
              <a:gdLst/>
              <a:ahLst/>
              <a:cxnLst/>
              <a:rect r="r" b="b" t="t" l="l"/>
              <a:pathLst>
                <a:path h="6338570" w="4434840">
                  <a:moveTo>
                    <a:pt x="4147820" y="5826760"/>
                  </a:moveTo>
                  <a:lnTo>
                    <a:pt x="4182110" y="5788660"/>
                  </a:lnTo>
                  <a:lnTo>
                    <a:pt x="4250690" y="5849620"/>
                  </a:lnTo>
                  <a:lnTo>
                    <a:pt x="4319270" y="5788660"/>
                  </a:lnTo>
                  <a:lnTo>
                    <a:pt x="4353560" y="5826760"/>
                  </a:lnTo>
                  <a:lnTo>
                    <a:pt x="4251960" y="5919470"/>
                  </a:lnTo>
                  <a:lnTo>
                    <a:pt x="4147820" y="5826760"/>
                  </a:lnTo>
                  <a:close/>
                  <a:moveTo>
                    <a:pt x="4182110" y="5567680"/>
                  </a:moveTo>
                  <a:lnTo>
                    <a:pt x="4250690" y="5506720"/>
                  </a:lnTo>
                  <a:lnTo>
                    <a:pt x="4319270" y="5567680"/>
                  </a:lnTo>
                  <a:lnTo>
                    <a:pt x="4353560" y="5529580"/>
                  </a:lnTo>
                  <a:lnTo>
                    <a:pt x="4251960" y="5436870"/>
                  </a:lnTo>
                  <a:lnTo>
                    <a:pt x="4150360" y="5529580"/>
                  </a:lnTo>
                  <a:lnTo>
                    <a:pt x="4182110" y="5567680"/>
                  </a:lnTo>
                  <a:close/>
                  <a:moveTo>
                    <a:pt x="4434840" y="0"/>
                  </a:moveTo>
                  <a:lnTo>
                    <a:pt x="4434840" y="387350"/>
                  </a:lnTo>
                  <a:lnTo>
                    <a:pt x="4434840" y="438150"/>
                  </a:lnTo>
                  <a:lnTo>
                    <a:pt x="4434840" y="5351780"/>
                  </a:lnTo>
                  <a:lnTo>
                    <a:pt x="4434840" y="5403850"/>
                  </a:lnTo>
                  <a:lnTo>
                    <a:pt x="4434840" y="5660390"/>
                  </a:lnTo>
                  <a:lnTo>
                    <a:pt x="4434840" y="5721350"/>
                  </a:lnTo>
                  <a:lnTo>
                    <a:pt x="4434840" y="5969000"/>
                  </a:lnTo>
                  <a:lnTo>
                    <a:pt x="4434840" y="6029960"/>
                  </a:lnTo>
                  <a:lnTo>
                    <a:pt x="4434840" y="6338570"/>
                  </a:lnTo>
                  <a:lnTo>
                    <a:pt x="4064000" y="6338570"/>
                  </a:lnTo>
                  <a:lnTo>
                    <a:pt x="4064000" y="6338570"/>
                  </a:lnTo>
                  <a:lnTo>
                    <a:pt x="0" y="6338570"/>
                  </a:lnTo>
                  <a:lnTo>
                    <a:pt x="0" y="436880"/>
                  </a:lnTo>
                  <a:lnTo>
                    <a:pt x="0" y="436880"/>
                  </a:lnTo>
                  <a:lnTo>
                    <a:pt x="0" y="0"/>
                  </a:lnTo>
                  <a:lnTo>
                    <a:pt x="4434840" y="0"/>
                  </a:lnTo>
                  <a:close/>
                  <a:moveTo>
                    <a:pt x="50800" y="386080"/>
                  </a:moveTo>
                  <a:lnTo>
                    <a:pt x="4384040" y="386080"/>
                  </a:lnTo>
                  <a:lnTo>
                    <a:pt x="4384040" y="50800"/>
                  </a:lnTo>
                  <a:lnTo>
                    <a:pt x="50800" y="50800"/>
                  </a:lnTo>
                  <a:lnTo>
                    <a:pt x="50800" y="386080"/>
                  </a:lnTo>
                  <a:close/>
                  <a:moveTo>
                    <a:pt x="4064000" y="6031230"/>
                  </a:moveTo>
                  <a:lnTo>
                    <a:pt x="4064000" y="5970270"/>
                  </a:lnTo>
                  <a:lnTo>
                    <a:pt x="4064000" y="5722620"/>
                  </a:lnTo>
                  <a:lnTo>
                    <a:pt x="4064000" y="5661660"/>
                  </a:lnTo>
                  <a:lnTo>
                    <a:pt x="4064000" y="5405120"/>
                  </a:lnTo>
                  <a:lnTo>
                    <a:pt x="4064000" y="5353050"/>
                  </a:lnTo>
                  <a:lnTo>
                    <a:pt x="4064000" y="436880"/>
                  </a:lnTo>
                  <a:lnTo>
                    <a:pt x="50800" y="436880"/>
                  </a:lnTo>
                  <a:lnTo>
                    <a:pt x="50800" y="6289040"/>
                  </a:lnTo>
                  <a:lnTo>
                    <a:pt x="4064000" y="6289040"/>
                  </a:lnTo>
                  <a:lnTo>
                    <a:pt x="4064000" y="6031230"/>
                  </a:lnTo>
                  <a:close/>
                  <a:moveTo>
                    <a:pt x="4384040" y="5403850"/>
                  </a:moveTo>
                  <a:lnTo>
                    <a:pt x="4114800" y="5403850"/>
                  </a:lnTo>
                  <a:lnTo>
                    <a:pt x="4114800" y="5660390"/>
                  </a:lnTo>
                  <a:lnTo>
                    <a:pt x="4384040" y="5660390"/>
                  </a:lnTo>
                  <a:lnTo>
                    <a:pt x="4384040" y="5403850"/>
                  </a:lnTo>
                  <a:close/>
                  <a:moveTo>
                    <a:pt x="4114800" y="5721350"/>
                  </a:moveTo>
                  <a:lnTo>
                    <a:pt x="4114800" y="5969000"/>
                  </a:lnTo>
                  <a:lnTo>
                    <a:pt x="4384040" y="5969000"/>
                  </a:lnTo>
                  <a:lnTo>
                    <a:pt x="4384040" y="5721350"/>
                  </a:lnTo>
                  <a:lnTo>
                    <a:pt x="4114800" y="5721350"/>
                  </a:lnTo>
                  <a:close/>
                  <a:moveTo>
                    <a:pt x="4384040" y="6031230"/>
                  </a:moveTo>
                  <a:lnTo>
                    <a:pt x="4114800" y="6031230"/>
                  </a:lnTo>
                  <a:lnTo>
                    <a:pt x="4114800" y="6289040"/>
                  </a:lnTo>
                  <a:lnTo>
                    <a:pt x="4384040" y="6289040"/>
                  </a:lnTo>
                  <a:lnTo>
                    <a:pt x="4384040" y="6031230"/>
                  </a:lnTo>
                  <a:close/>
                  <a:moveTo>
                    <a:pt x="4384040" y="5351780"/>
                  </a:moveTo>
                  <a:lnTo>
                    <a:pt x="4384040" y="438150"/>
                  </a:lnTo>
                  <a:lnTo>
                    <a:pt x="4114800" y="438150"/>
                  </a:lnTo>
                  <a:lnTo>
                    <a:pt x="4114800" y="5351780"/>
                  </a:lnTo>
                  <a:lnTo>
                    <a:pt x="4384040" y="5351780"/>
                  </a:lnTo>
                  <a:close/>
                  <a:moveTo>
                    <a:pt x="367030" y="224790"/>
                  </a:moveTo>
                  <a:cubicBezTo>
                    <a:pt x="367030" y="285750"/>
                    <a:pt x="317500" y="335280"/>
                    <a:pt x="256540" y="335280"/>
                  </a:cubicBezTo>
                  <a:cubicBezTo>
                    <a:pt x="195580" y="335280"/>
                    <a:pt x="146050" y="285750"/>
                    <a:pt x="146050" y="224790"/>
                  </a:cubicBezTo>
                  <a:cubicBezTo>
                    <a:pt x="146050" y="163830"/>
                    <a:pt x="195580" y="114300"/>
                    <a:pt x="256540" y="114300"/>
                  </a:cubicBezTo>
                  <a:cubicBezTo>
                    <a:pt x="317500" y="114300"/>
                    <a:pt x="367030" y="163830"/>
                    <a:pt x="367030" y="224790"/>
                  </a:cubicBezTo>
                  <a:close/>
                  <a:moveTo>
                    <a:pt x="316230" y="224790"/>
                  </a:moveTo>
                  <a:cubicBezTo>
                    <a:pt x="316230" y="191770"/>
                    <a:pt x="289560" y="165100"/>
                    <a:pt x="256540" y="165100"/>
                  </a:cubicBezTo>
                  <a:cubicBezTo>
                    <a:pt x="223520" y="165100"/>
                    <a:pt x="196850" y="191770"/>
                    <a:pt x="196850" y="224790"/>
                  </a:cubicBezTo>
                  <a:cubicBezTo>
                    <a:pt x="196850" y="257810"/>
                    <a:pt x="223520" y="284480"/>
                    <a:pt x="256540" y="284480"/>
                  </a:cubicBezTo>
                  <a:cubicBezTo>
                    <a:pt x="289560" y="285750"/>
                    <a:pt x="316230" y="257810"/>
                    <a:pt x="316230" y="224790"/>
                  </a:cubicBezTo>
                  <a:close/>
                  <a:moveTo>
                    <a:pt x="713740" y="224790"/>
                  </a:moveTo>
                  <a:cubicBezTo>
                    <a:pt x="713740" y="285750"/>
                    <a:pt x="664210" y="335280"/>
                    <a:pt x="603250" y="335280"/>
                  </a:cubicBezTo>
                  <a:cubicBezTo>
                    <a:pt x="542290" y="335280"/>
                    <a:pt x="492760" y="285750"/>
                    <a:pt x="492760" y="224790"/>
                  </a:cubicBezTo>
                  <a:cubicBezTo>
                    <a:pt x="492760" y="163830"/>
                    <a:pt x="541020" y="114300"/>
                    <a:pt x="603250" y="114300"/>
                  </a:cubicBezTo>
                  <a:cubicBezTo>
                    <a:pt x="664210" y="114300"/>
                    <a:pt x="713740" y="163830"/>
                    <a:pt x="713740" y="224790"/>
                  </a:cubicBezTo>
                  <a:close/>
                  <a:moveTo>
                    <a:pt x="662940" y="224790"/>
                  </a:moveTo>
                  <a:cubicBezTo>
                    <a:pt x="662940" y="191770"/>
                    <a:pt x="636270" y="165100"/>
                    <a:pt x="603250" y="165100"/>
                  </a:cubicBezTo>
                  <a:cubicBezTo>
                    <a:pt x="570230" y="165100"/>
                    <a:pt x="543560" y="191770"/>
                    <a:pt x="543560" y="224790"/>
                  </a:cubicBezTo>
                  <a:cubicBezTo>
                    <a:pt x="543560" y="257810"/>
                    <a:pt x="570230" y="284480"/>
                    <a:pt x="603250" y="284480"/>
                  </a:cubicBezTo>
                  <a:cubicBezTo>
                    <a:pt x="636270" y="285750"/>
                    <a:pt x="662940" y="257810"/>
                    <a:pt x="662940" y="224790"/>
                  </a:cubicBezTo>
                  <a:close/>
                  <a:moveTo>
                    <a:pt x="1060450" y="224790"/>
                  </a:moveTo>
                  <a:cubicBezTo>
                    <a:pt x="1060450" y="285750"/>
                    <a:pt x="1010920" y="335280"/>
                    <a:pt x="949960" y="335280"/>
                  </a:cubicBezTo>
                  <a:cubicBezTo>
                    <a:pt x="889000" y="335280"/>
                    <a:pt x="839470" y="285750"/>
                    <a:pt x="839470" y="224790"/>
                  </a:cubicBezTo>
                  <a:cubicBezTo>
                    <a:pt x="839470" y="163830"/>
                    <a:pt x="887730" y="114300"/>
                    <a:pt x="948690" y="114300"/>
                  </a:cubicBezTo>
                  <a:cubicBezTo>
                    <a:pt x="1009650" y="114300"/>
                    <a:pt x="1060450" y="163830"/>
                    <a:pt x="1060450" y="224790"/>
                  </a:cubicBezTo>
                  <a:close/>
                  <a:moveTo>
                    <a:pt x="1009650" y="224790"/>
                  </a:moveTo>
                  <a:cubicBezTo>
                    <a:pt x="1009650" y="191770"/>
                    <a:pt x="982980" y="165100"/>
                    <a:pt x="949960" y="165100"/>
                  </a:cubicBezTo>
                  <a:cubicBezTo>
                    <a:pt x="916940" y="165100"/>
                    <a:pt x="890270" y="191770"/>
                    <a:pt x="890270" y="224790"/>
                  </a:cubicBezTo>
                  <a:cubicBezTo>
                    <a:pt x="890270" y="257810"/>
                    <a:pt x="916940" y="284480"/>
                    <a:pt x="949960" y="284480"/>
                  </a:cubicBezTo>
                  <a:cubicBezTo>
                    <a:pt x="981710" y="285750"/>
                    <a:pt x="1009650" y="257810"/>
                    <a:pt x="1009650" y="224790"/>
                  </a:cubicBezTo>
                  <a:close/>
                  <a:moveTo>
                    <a:pt x="1207770" y="304800"/>
                  </a:moveTo>
                  <a:lnTo>
                    <a:pt x="4263390" y="304800"/>
                  </a:lnTo>
                  <a:lnTo>
                    <a:pt x="4263390" y="254000"/>
                  </a:lnTo>
                  <a:lnTo>
                    <a:pt x="1207770" y="254000"/>
                  </a:lnTo>
                  <a:lnTo>
                    <a:pt x="1207770" y="304800"/>
                  </a:lnTo>
                  <a:close/>
                  <a:moveTo>
                    <a:pt x="1207770" y="177800"/>
                  </a:moveTo>
                  <a:lnTo>
                    <a:pt x="4263390" y="177800"/>
                  </a:lnTo>
                  <a:lnTo>
                    <a:pt x="4263390" y="127000"/>
                  </a:lnTo>
                  <a:lnTo>
                    <a:pt x="1207770" y="127000"/>
                  </a:lnTo>
                  <a:lnTo>
                    <a:pt x="1207770" y="177800"/>
                  </a:lnTo>
                  <a:close/>
                </a:path>
              </a:pathLst>
            </a:custGeom>
            <a:solidFill>
              <a:srgbClr val="F8FFFF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232776" y="688945"/>
            <a:ext cx="3909946" cy="2521915"/>
            <a:chOff x="0" y="0"/>
            <a:chExt cx="6350000" cy="40957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01600" y="521970"/>
              <a:ext cx="6146800" cy="3472180"/>
            </a:xfrm>
            <a:custGeom>
              <a:avLst/>
              <a:gdLst/>
              <a:ahLst/>
              <a:cxnLst/>
              <a:rect r="r" b="b" t="t" l="l"/>
              <a:pathLst>
                <a:path h="3472180" w="6146800">
                  <a:moveTo>
                    <a:pt x="0" y="0"/>
                  </a:moveTo>
                  <a:lnTo>
                    <a:pt x="6146800" y="0"/>
                  </a:lnTo>
                  <a:lnTo>
                    <a:pt x="6146800" y="3472180"/>
                  </a:lnTo>
                  <a:lnTo>
                    <a:pt x="0" y="3472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569" r="0" b="-2569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95250" y="110490"/>
              <a:ext cx="1186180" cy="311150"/>
            </a:xfrm>
            <a:custGeom>
              <a:avLst/>
              <a:gdLst/>
              <a:ahLst/>
              <a:cxnLst/>
              <a:rect r="r" b="b" t="t" l="l"/>
              <a:pathLst>
                <a:path h="311150" w="1186180">
                  <a:moveTo>
                    <a:pt x="537210" y="99060"/>
                  </a:moveTo>
                  <a:lnTo>
                    <a:pt x="648970" y="99060"/>
                  </a:lnTo>
                  <a:lnTo>
                    <a:pt x="648970" y="210820"/>
                  </a:lnTo>
                  <a:lnTo>
                    <a:pt x="537210" y="210820"/>
                  </a:lnTo>
                  <a:lnTo>
                    <a:pt x="537210" y="99060"/>
                  </a:lnTo>
                  <a:close/>
                  <a:moveTo>
                    <a:pt x="6350" y="0"/>
                  </a:moveTo>
                  <a:lnTo>
                    <a:pt x="312420" y="0"/>
                  </a:lnTo>
                  <a:lnTo>
                    <a:pt x="312420" y="311150"/>
                  </a:lnTo>
                  <a:lnTo>
                    <a:pt x="6350" y="311150"/>
                  </a:lnTo>
                  <a:lnTo>
                    <a:pt x="0" y="311150"/>
                  </a:lnTo>
                  <a:lnTo>
                    <a:pt x="0" y="0"/>
                  </a:lnTo>
                  <a:lnTo>
                    <a:pt x="6350" y="0"/>
                  </a:lnTo>
                  <a:close/>
                  <a:moveTo>
                    <a:pt x="120650" y="156210"/>
                  </a:moveTo>
                  <a:lnTo>
                    <a:pt x="43180" y="232410"/>
                  </a:lnTo>
                  <a:lnTo>
                    <a:pt x="78740" y="267970"/>
                  </a:lnTo>
                  <a:lnTo>
                    <a:pt x="156210" y="190500"/>
                  </a:lnTo>
                  <a:lnTo>
                    <a:pt x="233680" y="267970"/>
                  </a:lnTo>
                  <a:lnTo>
                    <a:pt x="269240" y="232410"/>
                  </a:lnTo>
                  <a:lnTo>
                    <a:pt x="191770" y="156210"/>
                  </a:lnTo>
                  <a:lnTo>
                    <a:pt x="269240" y="78740"/>
                  </a:lnTo>
                  <a:lnTo>
                    <a:pt x="233680" y="43180"/>
                  </a:lnTo>
                  <a:lnTo>
                    <a:pt x="156210" y="120650"/>
                  </a:lnTo>
                  <a:lnTo>
                    <a:pt x="78740" y="43180"/>
                  </a:lnTo>
                  <a:lnTo>
                    <a:pt x="43180" y="78740"/>
                  </a:lnTo>
                  <a:lnTo>
                    <a:pt x="120650" y="156210"/>
                  </a:lnTo>
                  <a:close/>
                  <a:moveTo>
                    <a:pt x="436880" y="0"/>
                  </a:moveTo>
                  <a:lnTo>
                    <a:pt x="748030" y="0"/>
                  </a:lnTo>
                  <a:lnTo>
                    <a:pt x="748030" y="311150"/>
                  </a:lnTo>
                  <a:lnTo>
                    <a:pt x="436880" y="311150"/>
                  </a:lnTo>
                  <a:lnTo>
                    <a:pt x="436880" y="0"/>
                  </a:lnTo>
                  <a:close/>
                  <a:moveTo>
                    <a:pt x="486410" y="261620"/>
                  </a:moveTo>
                  <a:lnTo>
                    <a:pt x="699770" y="261620"/>
                  </a:lnTo>
                  <a:lnTo>
                    <a:pt x="699770" y="48260"/>
                  </a:lnTo>
                  <a:lnTo>
                    <a:pt x="486410" y="48260"/>
                  </a:lnTo>
                  <a:lnTo>
                    <a:pt x="486410" y="261620"/>
                  </a:lnTo>
                  <a:close/>
                  <a:moveTo>
                    <a:pt x="1186180" y="0"/>
                  </a:moveTo>
                  <a:lnTo>
                    <a:pt x="1186180" y="311150"/>
                  </a:lnTo>
                  <a:lnTo>
                    <a:pt x="875030" y="311150"/>
                  </a:lnTo>
                  <a:lnTo>
                    <a:pt x="875030" y="0"/>
                  </a:lnTo>
                  <a:lnTo>
                    <a:pt x="1186180" y="0"/>
                  </a:lnTo>
                  <a:close/>
                  <a:moveTo>
                    <a:pt x="1135380" y="185420"/>
                  </a:moveTo>
                  <a:lnTo>
                    <a:pt x="924560" y="185420"/>
                  </a:lnTo>
                  <a:lnTo>
                    <a:pt x="924560" y="236220"/>
                  </a:lnTo>
                  <a:lnTo>
                    <a:pt x="1135380" y="236220"/>
                  </a:lnTo>
                  <a:lnTo>
                    <a:pt x="1135380" y="1854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4095750"/>
            </a:xfrm>
            <a:custGeom>
              <a:avLst/>
              <a:gdLst/>
              <a:ahLst/>
              <a:cxnLst/>
              <a:rect r="r" b="b" t="t" l="l"/>
              <a:pathLst>
                <a:path h="4095750" w="6350000">
                  <a:moveTo>
                    <a:pt x="0" y="0"/>
                  </a:moveTo>
                  <a:lnTo>
                    <a:pt x="0" y="521970"/>
                  </a:lnTo>
                  <a:lnTo>
                    <a:pt x="0" y="4095750"/>
                  </a:lnTo>
                  <a:lnTo>
                    <a:pt x="6350000" y="4095750"/>
                  </a:lnTo>
                  <a:lnTo>
                    <a:pt x="6350000" y="521970"/>
                  </a:lnTo>
                  <a:lnTo>
                    <a:pt x="6350000" y="0"/>
                  </a:lnTo>
                  <a:lnTo>
                    <a:pt x="0" y="0"/>
                  </a:lnTo>
                  <a:close/>
                  <a:moveTo>
                    <a:pt x="6248400" y="3994150"/>
                  </a:moveTo>
                  <a:lnTo>
                    <a:pt x="101600" y="3994150"/>
                  </a:lnTo>
                  <a:lnTo>
                    <a:pt x="101600" y="521970"/>
                  </a:lnTo>
                  <a:lnTo>
                    <a:pt x="6248400" y="521970"/>
                  </a:lnTo>
                  <a:lnTo>
                    <a:pt x="6248400" y="3994150"/>
                  </a:lnTo>
                  <a:close/>
                  <a:moveTo>
                    <a:pt x="1281430" y="110490"/>
                  </a:moveTo>
                  <a:lnTo>
                    <a:pt x="1281430" y="421640"/>
                  </a:lnTo>
                  <a:lnTo>
                    <a:pt x="970280" y="421640"/>
                  </a:lnTo>
                  <a:lnTo>
                    <a:pt x="970280" y="110490"/>
                  </a:lnTo>
                  <a:lnTo>
                    <a:pt x="1281430" y="110490"/>
                  </a:lnTo>
                  <a:close/>
                  <a:moveTo>
                    <a:pt x="844550" y="110490"/>
                  </a:moveTo>
                  <a:lnTo>
                    <a:pt x="844550" y="421640"/>
                  </a:lnTo>
                  <a:lnTo>
                    <a:pt x="532130" y="421640"/>
                  </a:lnTo>
                  <a:lnTo>
                    <a:pt x="532130" y="110490"/>
                  </a:lnTo>
                  <a:lnTo>
                    <a:pt x="844550" y="110490"/>
                  </a:lnTo>
                  <a:close/>
                  <a:moveTo>
                    <a:pt x="407670" y="110490"/>
                  </a:moveTo>
                  <a:lnTo>
                    <a:pt x="407670" y="421640"/>
                  </a:lnTo>
                  <a:lnTo>
                    <a:pt x="101600" y="421640"/>
                  </a:lnTo>
                  <a:lnTo>
                    <a:pt x="95250" y="421640"/>
                  </a:lnTo>
                  <a:lnTo>
                    <a:pt x="95250" y="110490"/>
                  </a:lnTo>
                  <a:lnTo>
                    <a:pt x="101600" y="110490"/>
                  </a:lnTo>
                  <a:lnTo>
                    <a:pt x="407670" y="110490"/>
                  </a:lnTo>
                  <a:close/>
                  <a:moveTo>
                    <a:pt x="364490" y="189230"/>
                  </a:moveTo>
                  <a:lnTo>
                    <a:pt x="287020" y="266700"/>
                  </a:lnTo>
                  <a:lnTo>
                    <a:pt x="364490" y="344170"/>
                  </a:lnTo>
                  <a:lnTo>
                    <a:pt x="328930" y="379730"/>
                  </a:lnTo>
                  <a:lnTo>
                    <a:pt x="251460" y="302260"/>
                  </a:lnTo>
                  <a:lnTo>
                    <a:pt x="173990" y="379730"/>
                  </a:lnTo>
                  <a:lnTo>
                    <a:pt x="138430" y="342900"/>
                  </a:lnTo>
                  <a:lnTo>
                    <a:pt x="215900" y="266700"/>
                  </a:lnTo>
                  <a:lnTo>
                    <a:pt x="138430" y="189230"/>
                  </a:lnTo>
                  <a:lnTo>
                    <a:pt x="173990" y="153670"/>
                  </a:lnTo>
                  <a:lnTo>
                    <a:pt x="251460" y="231140"/>
                  </a:lnTo>
                  <a:lnTo>
                    <a:pt x="328930" y="153670"/>
                  </a:lnTo>
                  <a:lnTo>
                    <a:pt x="364490" y="189230"/>
                  </a:lnTo>
                  <a:close/>
                  <a:moveTo>
                    <a:pt x="795020" y="158750"/>
                  </a:moveTo>
                  <a:lnTo>
                    <a:pt x="581660" y="158750"/>
                  </a:lnTo>
                  <a:lnTo>
                    <a:pt x="581660" y="372110"/>
                  </a:lnTo>
                  <a:lnTo>
                    <a:pt x="795020" y="372110"/>
                  </a:lnTo>
                  <a:lnTo>
                    <a:pt x="795020" y="158750"/>
                  </a:lnTo>
                  <a:close/>
                  <a:moveTo>
                    <a:pt x="744220" y="321310"/>
                  </a:moveTo>
                  <a:lnTo>
                    <a:pt x="632460" y="321310"/>
                  </a:lnTo>
                  <a:lnTo>
                    <a:pt x="632460" y="209550"/>
                  </a:lnTo>
                  <a:lnTo>
                    <a:pt x="744220" y="209550"/>
                  </a:lnTo>
                  <a:lnTo>
                    <a:pt x="744220" y="321310"/>
                  </a:lnTo>
                  <a:close/>
                  <a:moveTo>
                    <a:pt x="1019810" y="295910"/>
                  </a:moveTo>
                  <a:lnTo>
                    <a:pt x="1230630" y="295910"/>
                  </a:lnTo>
                  <a:lnTo>
                    <a:pt x="1230630" y="346710"/>
                  </a:lnTo>
                  <a:lnTo>
                    <a:pt x="1019810" y="346710"/>
                  </a:lnTo>
                  <a:lnTo>
                    <a:pt x="1019810" y="295910"/>
                  </a:lnTo>
                  <a:close/>
                </a:path>
              </a:pathLst>
            </a:custGeom>
            <a:solidFill>
              <a:srgbClr val="3954A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555131" y="2779756"/>
            <a:ext cx="7177738" cy="203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02"/>
              </a:lnSpc>
              <a:spcBef>
                <a:spcPct val="0"/>
              </a:spcBef>
            </a:pPr>
            <a:r>
              <a:rPr lang="en-US" sz="7119">
                <a:solidFill>
                  <a:srgbClr val="3954A3"/>
                </a:solidFill>
                <a:latin typeface="Public Sans"/>
                <a:ea typeface="Public Sans"/>
                <a:cs typeface="Public Sans"/>
                <a:sym typeface="Public Sans"/>
              </a:rPr>
              <a:t>MECANISMO DE REINICIO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B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48918"/>
            <a:ext cx="19526405" cy="3559395"/>
            <a:chOff x="0" y="0"/>
            <a:chExt cx="26035207" cy="4745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8358" y="290595"/>
            <a:ext cx="17749246" cy="2034132"/>
            <a:chOff x="0" y="0"/>
            <a:chExt cx="5134399" cy="588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4399" cy="588422"/>
            </a:xfrm>
            <a:custGeom>
              <a:avLst/>
              <a:gdLst/>
              <a:ahLst/>
              <a:cxnLst/>
              <a:rect r="r" b="b" t="t" l="l"/>
              <a:pathLst>
                <a:path h="588422" w="5134399">
                  <a:moveTo>
                    <a:pt x="17447" y="0"/>
                  </a:moveTo>
                  <a:lnTo>
                    <a:pt x="5116951" y="0"/>
                  </a:lnTo>
                  <a:cubicBezTo>
                    <a:pt x="5126587" y="0"/>
                    <a:pt x="5134399" y="7811"/>
                    <a:pt x="5134399" y="17447"/>
                  </a:cubicBezTo>
                  <a:lnTo>
                    <a:pt x="5134399" y="570974"/>
                  </a:lnTo>
                  <a:cubicBezTo>
                    <a:pt x="5134399" y="580610"/>
                    <a:pt x="5126587" y="588422"/>
                    <a:pt x="5116951" y="588422"/>
                  </a:cubicBezTo>
                  <a:lnTo>
                    <a:pt x="17447" y="588422"/>
                  </a:lnTo>
                  <a:cubicBezTo>
                    <a:pt x="7811" y="588422"/>
                    <a:pt x="0" y="580610"/>
                    <a:pt x="0" y="570974"/>
                  </a:cubicBezTo>
                  <a:lnTo>
                    <a:pt x="0" y="17447"/>
                  </a:lnTo>
                  <a:cubicBezTo>
                    <a:pt x="0" y="7811"/>
                    <a:pt x="7811" y="0"/>
                    <a:pt x="17447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34399" cy="62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0346" y="1028700"/>
            <a:ext cx="810787" cy="540187"/>
          </a:xfrm>
          <a:custGeom>
            <a:avLst/>
            <a:gdLst/>
            <a:ahLst/>
            <a:cxnLst/>
            <a:rect r="r" b="b" t="t" l="l"/>
            <a:pathLst>
              <a:path h="540187" w="810787">
                <a:moveTo>
                  <a:pt x="0" y="0"/>
                </a:moveTo>
                <a:lnTo>
                  <a:pt x="810787" y="0"/>
                </a:lnTo>
                <a:lnTo>
                  <a:pt x="810787" y="540187"/>
                </a:lnTo>
                <a:lnTo>
                  <a:pt x="0" y="540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85087" y="2610476"/>
            <a:ext cx="15141488" cy="7461627"/>
            <a:chOff x="0" y="0"/>
            <a:chExt cx="4380042" cy="2158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0042" cy="2158456"/>
            </a:xfrm>
            <a:custGeom>
              <a:avLst/>
              <a:gdLst/>
              <a:ahLst/>
              <a:cxnLst/>
              <a:rect r="r" b="b" t="t" l="l"/>
              <a:pathLst>
                <a:path h="2158456" w="4380042">
                  <a:moveTo>
                    <a:pt x="20452" y="0"/>
                  </a:moveTo>
                  <a:lnTo>
                    <a:pt x="4359589" y="0"/>
                  </a:lnTo>
                  <a:cubicBezTo>
                    <a:pt x="4370885" y="0"/>
                    <a:pt x="4380042" y="9157"/>
                    <a:pt x="4380042" y="20452"/>
                  </a:cubicBezTo>
                  <a:lnTo>
                    <a:pt x="4380042" y="2138004"/>
                  </a:lnTo>
                  <a:cubicBezTo>
                    <a:pt x="4380042" y="2143428"/>
                    <a:pt x="4377887" y="2148630"/>
                    <a:pt x="4374051" y="2152466"/>
                  </a:cubicBezTo>
                  <a:cubicBezTo>
                    <a:pt x="4370216" y="2156301"/>
                    <a:pt x="4365014" y="2158456"/>
                    <a:pt x="4359589" y="2158456"/>
                  </a:cubicBezTo>
                  <a:lnTo>
                    <a:pt x="20452" y="2158456"/>
                  </a:lnTo>
                  <a:cubicBezTo>
                    <a:pt x="9157" y="2158456"/>
                    <a:pt x="0" y="2149299"/>
                    <a:pt x="0" y="2138004"/>
                  </a:cubicBezTo>
                  <a:lnTo>
                    <a:pt x="0" y="20452"/>
                  </a:lnTo>
                  <a:cubicBezTo>
                    <a:pt x="0" y="9157"/>
                    <a:pt x="9157" y="0"/>
                    <a:pt x="20452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80042" cy="2196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3541" y="2943851"/>
            <a:ext cx="1118162" cy="279675"/>
            <a:chOff x="0" y="0"/>
            <a:chExt cx="1490882" cy="3729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598275" y="0"/>
              <a:ext cx="402124" cy="372900"/>
              <a:chOff x="0" y="0"/>
              <a:chExt cx="87243" cy="8090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21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7" id="17"/>
            <p:cNvSpPr/>
            <p:nvPr/>
          </p:nvSpPr>
          <p:spPr>
            <a:xfrm rot="-71610">
              <a:off x="438" y="136020"/>
              <a:ext cx="401654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rot="7520344">
              <a:off x="1126908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rot="3162877">
              <a:off x="1132202" y="162117"/>
              <a:ext cx="422622" cy="0"/>
            </a:xfrm>
            <a:prstGeom prst="line">
              <a:avLst/>
            </a:prstGeom>
            <a:ln cap="flat" w="46252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-5400000">
            <a:off x="496403" y="5395046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6" y="0"/>
                </a:lnTo>
                <a:lnTo>
                  <a:pt x="1549496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06587" y="7795568"/>
            <a:ext cx="991403" cy="1088690"/>
          </a:xfrm>
          <a:custGeom>
            <a:avLst/>
            <a:gdLst/>
            <a:ahLst/>
            <a:cxnLst/>
            <a:rect r="r" b="b" t="t" l="l"/>
            <a:pathLst>
              <a:path h="1088690" w="991403">
                <a:moveTo>
                  <a:pt x="0" y="0"/>
                </a:moveTo>
                <a:lnTo>
                  <a:pt x="991403" y="0"/>
                </a:lnTo>
                <a:lnTo>
                  <a:pt x="991403" y="1088690"/>
                </a:lnTo>
                <a:lnTo>
                  <a:pt x="0" y="10886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871806" y="8339913"/>
            <a:ext cx="1239221" cy="1604169"/>
          </a:xfrm>
          <a:custGeom>
            <a:avLst/>
            <a:gdLst/>
            <a:ahLst/>
            <a:cxnLst/>
            <a:rect r="r" b="b" t="t" l="l"/>
            <a:pathLst>
              <a:path h="1604169" w="1239221">
                <a:moveTo>
                  <a:pt x="0" y="0"/>
                </a:moveTo>
                <a:lnTo>
                  <a:pt x="1239221" y="0"/>
                </a:lnTo>
                <a:lnTo>
                  <a:pt x="1239221" y="1604169"/>
                </a:lnTo>
                <a:lnTo>
                  <a:pt x="0" y="16041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16465762" y="5395046"/>
            <a:ext cx="1549497" cy="256371"/>
          </a:xfrm>
          <a:custGeom>
            <a:avLst/>
            <a:gdLst/>
            <a:ahLst/>
            <a:cxnLst/>
            <a:rect r="r" b="b" t="t" l="l"/>
            <a:pathLst>
              <a:path h="256371" w="1549497">
                <a:moveTo>
                  <a:pt x="0" y="0"/>
                </a:moveTo>
                <a:lnTo>
                  <a:pt x="1549497" y="0"/>
                </a:lnTo>
                <a:lnTo>
                  <a:pt x="1549497" y="256371"/>
                </a:lnTo>
                <a:lnTo>
                  <a:pt x="0" y="256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749599" y="1473900"/>
            <a:ext cx="3747434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6"/>
              </a:lnSpc>
              <a:spcBef>
                <a:spcPct val="0"/>
              </a:spcBef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ARQ.</a:t>
            </a: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 del sistema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28896" y="1473900"/>
            <a:ext cx="624070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IMPLEMENTACIÓN HARDWARE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53344" y="619640"/>
            <a:ext cx="3435763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88490" y="5448024"/>
            <a:ext cx="11750263" cy="274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6"/>
              </a:lnSpc>
            </a:pPr>
            <a:r>
              <a:rPr lang="en-US" sz="2611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Para poder hacer de forma práctica el seguimiento de la operación del sistema, se ha desarrollado usando Python una aplicación que proporciona una visualización del estado del sistema y de sus mensajes de control.</a:t>
            </a:r>
          </a:p>
          <a:p>
            <a:pPr algn="just">
              <a:lnSpc>
                <a:spcPts val="3656"/>
              </a:lnSpc>
            </a:pPr>
            <a:r>
              <a:rPr lang="en-US" sz="2611">
                <a:solidFill>
                  <a:srgbClr val="727070"/>
                </a:solidFill>
                <a:latin typeface="Open Sauce"/>
                <a:ea typeface="Open Sauce"/>
                <a:cs typeface="Open Sauce"/>
                <a:sym typeface="Open Sauce"/>
              </a:rPr>
              <a:t>Cada componente del sistema tiene asignado un recuadro, que dependiendo de su estado adoptará un color u otro.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11027" y="4226836"/>
            <a:ext cx="8592015" cy="97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6"/>
              </a:lnSpc>
            </a:pPr>
            <a:r>
              <a:rPr lang="en-US" sz="711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INTERFAZ GRÁFICA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17244" y="619640"/>
            <a:ext cx="3285930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REDUNDANCIA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98270" y="1473900"/>
            <a:ext cx="4173136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INTERFAZ GRÁFICA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88663" y="619640"/>
            <a:ext cx="4629025" cy="46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3426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BUSES Y PROTOCOLO</a:t>
            </a:r>
          </a:p>
        </p:txBody>
      </p: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15207976" y="6297980"/>
            <a:ext cx="2790396" cy="3989020"/>
            <a:chOff x="0" y="0"/>
            <a:chExt cx="4434840" cy="6339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436880"/>
              <a:ext cx="4064000" cy="5902960"/>
            </a:xfrm>
            <a:custGeom>
              <a:avLst/>
              <a:gdLst/>
              <a:ahLst/>
              <a:cxnLst/>
              <a:rect r="r" b="b" t="t" l="l"/>
              <a:pathLst>
                <a:path h="5902960" w="4064000">
                  <a:moveTo>
                    <a:pt x="4064000" y="5902960"/>
                  </a:moveTo>
                  <a:lnTo>
                    <a:pt x="0" y="5902960"/>
                  </a:lnTo>
                  <a:lnTo>
                    <a:pt x="0" y="0"/>
                  </a:lnTo>
                  <a:lnTo>
                    <a:pt x="4064000" y="0"/>
                  </a:lnTo>
                  <a:lnTo>
                    <a:pt x="4064000" y="5902960"/>
                  </a:lnTo>
                  <a:close/>
                </a:path>
              </a:pathLst>
            </a:custGeom>
            <a:blipFill>
              <a:blip r:embed="rId11"/>
              <a:stretch>
                <a:fillRect l="-4633" t="0" r="-1726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50800" y="50800"/>
              <a:ext cx="4333240" cy="6239510"/>
            </a:xfrm>
            <a:custGeom>
              <a:avLst/>
              <a:gdLst/>
              <a:ahLst/>
              <a:cxnLst/>
              <a:rect r="r" b="b" t="t" l="l"/>
              <a:pathLst>
                <a:path h="6239510" w="4333240">
                  <a:moveTo>
                    <a:pt x="4333240" y="335280"/>
                  </a:moveTo>
                  <a:lnTo>
                    <a:pt x="0" y="335280"/>
                  </a:lnTo>
                  <a:lnTo>
                    <a:pt x="0" y="0"/>
                  </a:lnTo>
                  <a:lnTo>
                    <a:pt x="4333240" y="0"/>
                  </a:lnTo>
                  <a:lnTo>
                    <a:pt x="4333240" y="335280"/>
                  </a:lnTo>
                  <a:close/>
                  <a:moveTo>
                    <a:pt x="4333240" y="5970270"/>
                  </a:moveTo>
                  <a:lnTo>
                    <a:pt x="4064000" y="5970270"/>
                  </a:lnTo>
                  <a:lnTo>
                    <a:pt x="4064000" y="6239510"/>
                  </a:lnTo>
                  <a:lnTo>
                    <a:pt x="4333240" y="6239510"/>
                  </a:lnTo>
                  <a:lnTo>
                    <a:pt x="4333240" y="5970270"/>
                  </a:lnTo>
                  <a:close/>
                </a:path>
              </a:pathLst>
            </a:custGeom>
            <a:solidFill>
              <a:srgbClr val="F6EB61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96850" y="165100"/>
              <a:ext cx="811530" cy="119380"/>
            </a:xfrm>
            <a:custGeom>
              <a:avLst/>
              <a:gdLst/>
              <a:ahLst/>
              <a:cxnLst/>
              <a:rect r="r" b="b" t="t" l="l"/>
              <a:pathLst>
                <a:path h="119380" w="811530">
                  <a:moveTo>
                    <a:pt x="119380" y="59690"/>
                  </a:moveTo>
                  <a:cubicBezTo>
                    <a:pt x="119380" y="92710"/>
                    <a:pt x="92710" y="119380"/>
                    <a:pt x="59690" y="119380"/>
                  </a:cubicBezTo>
                  <a:cubicBezTo>
                    <a:pt x="26670" y="119380"/>
                    <a:pt x="0" y="92710"/>
                    <a:pt x="0" y="59690"/>
                  </a:cubicBezTo>
                  <a:cubicBezTo>
                    <a:pt x="0" y="26670"/>
                    <a:pt x="26670" y="0"/>
                    <a:pt x="59690" y="0"/>
                  </a:cubicBezTo>
                  <a:cubicBezTo>
                    <a:pt x="92710" y="0"/>
                    <a:pt x="119380" y="26670"/>
                    <a:pt x="119380" y="59690"/>
                  </a:cubicBezTo>
                  <a:close/>
                  <a:moveTo>
                    <a:pt x="406400" y="0"/>
                  </a:moveTo>
                  <a:cubicBezTo>
                    <a:pt x="373380" y="0"/>
                    <a:pt x="346710" y="26670"/>
                    <a:pt x="346710" y="59690"/>
                  </a:cubicBezTo>
                  <a:cubicBezTo>
                    <a:pt x="346710" y="92710"/>
                    <a:pt x="373380" y="119380"/>
                    <a:pt x="406400" y="119380"/>
                  </a:cubicBezTo>
                  <a:cubicBezTo>
                    <a:pt x="439420" y="119380"/>
                    <a:pt x="466090" y="92710"/>
                    <a:pt x="466090" y="59690"/>
                  </a:cubicBezTo>
                  <a:cubicBezTo>
                    <a:pt x="466090" y="26670"/>
                    <a:pt x="439420" y="0"/>
                    <a:pt x="406400" y="0"/>
                  </a:cubicBezTo>
                  <a:close/>
                  <a:moveTo>
                    <a:pt x="751840" y="0"/>
                  </a:moveTo>
                  <a:cubicBezTo>
                    <a:pt x="718820" y="0"/>
                    <a:pt x="692150" y="26670"/>
                    <a:pt x="692150" y="59690"/>
                  </a:cubicBezTo>
                  <a:cubicBezTo>
                    <a:pt x="692150" y="92710"/>
                    <a:pt x="718820" y="119380"/>
                    <a:pt x="751840" y="119380"/>
                  </a:cubicBezTo>
                  <a:cubicBezTo>
                    <a:pt x="784860" y="119380"/>
                    <a:pt x="811530" y="92710"/>
                    <a:pt x="811530" y="59690"/>
                  </a:cubicBezTo>
                  <a:cubicBezTo>
                    <a:pt x="811530" y="26670"/>
                    <a:pt x="784860" y="0"/>
                    <a:pt x="751840" y="0"/>
                  </a:cubicBezTo>
                  <a:close/>
                </a:path>
              </a:pathLst>
            </a:custGeom>
            <a:solidFill>
              <a:srgbClr val="3E79A9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4114800" y="438150"/>
              <a:ext cx="269240" cy="5532120"/>
            </a:xfrm>
            <a:custGeom>
              <a:avLst/>
              <a:gdLst/>
              <a:ahLst/>
              <a:cxnLst/>
              <a:rect r="r" b="b" t="t" l="l"/>
              <a:pathLst>
                <a:path h="5532120" w="269240">
                  <a:moveTo>
                    <a:pt x="269240" y="5532120"/>
                  </a:moveTo>
                  <a:lnTo>
                    <a:pt x="0" y="5532120"/>
                  </a:lnTo>
                  <a:lnTo>
                    <a:pt x="0" y="0"/>
                  </a:lnTo>
                  <a:lnTo>
                    <a:pt x="269240" y="0"/>
                  </a:lnTo>
                  <a:lnTo>
                    <a:pt x="269240" y="5532120"/>
                  </a:lnTo>
                  <a:close/>
                </a:path>
              </a:pathLst>
            </a:custGeom>
            <a:solidFill>
              <a:srgbClr val="F6EB61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34840" cy="6338570"/>
            </a:xfrm>
            <a:custGeom>
              <a:avLst/>
              <a:gdLst/>
              <a:ahLst/>
              <a:cxnLst/>
              <a:rect r="r" b="b" t="t" l="l"/>
              <a:pathLst>
                <a:path h="6338570" w="4434840">
                  <a:moveTo>
                    <a:pt x="4147820" y="5826760"/>
                  </a:moveTo>
                  <a:lnTo>
                    <a:pt x="4182110" y="5788660"/>
                  </a:lnTo>
                  <a:lnTo>
                    <a:pt x="4250690" y="5849620"/>
                  </a:lnTo>
                  <a:lnTo>
                    <a:pt x="4319270" y="5788660"/>
                  </a:lnTo>
                  <a:lnTo>
                    <a:pt x="4353560" y="5826760"/>
                  </a:lnTo>
                  <a:lnTo>
                    <a:pt x="4251960" y="5919470"/>
                  </a:lnTo>
                  <a:lnTo>
                    <a:pt x="4147820" y="5826760"/>
                  </a:lnTo>
                  <a:close/>
                  <a:moveTo>
                    <a:pt x="4182110" y="5567680"/>
                  </a:moveTo>
                  <a:lnTo>
                    <a:pt x="4250690" y="5506720"/>
                  </a:lnTo>
                  <a:lnTo>
                    <a:pt x="4319270" y="5567680"/>
                  </a:lnTo>
                  <a:lnTo>
                    <a:pt x="4353560" y="5529580"/>
                  </a:lnTo>
                  <a:lnTo>
                    <a:pt x="4251960" y="5436870"/>
                  </a:lnTo>
                  <a:lnTo>
                    <a:pt x="4150360" y="5529580"/>
                  </a:lnTo>
                  <a:lnTo>
                    <a:pt x="4182110" y="5567680"/>
                  </a:lnTo>
                  <a:close/>
                  <a:moveTo>
                    <a:pt x="4434840" y="0"/>
                  </a:moveTo>
                  <a:lnTo>
                    <a:pt x="4434840" y="387350"/>
                  </a:lnTo>
                  <a:lnTo>
                    <a:pt x="4434840" y="438150"/>
                  </a:lnTo>
                  <a:lnTo>
                    <a:pt x="4434840" y="5351780"/>
                  </a:lnTo>
                  <a:lnTo>
                    <a:pt x="4434840" y="5403850"/>
                  </a:lnTo>
                  <a:lnTo>
                    <a:pt x="4434840" y="5660390"/>
                  </a:lnTo>
                  <a:lnTo>
                    <a:pt x="4434840" y="5721350"/>
                  </a:lnTo>
                  <a:lnTo>
                    <a:pt x="4434840" y="5969000"/>
                  </a:lnTo>
                  <a:lnTo>
                    <a:pt x="4434840" y="6029960"/>
                  </a:lnTo>
                  <a:lnTo>
                    <a:pt x="4434840" y="6338570"/>
                  </a:lnTo>
                  <a:lnTo>
                    <a:pt x="4064000" y="6338570"/>
                  </a:lnTo>
                  <a:lnTo>
                    <a:pt x="4064000" y="6338570"/>
                  </a:lnTo>
                  <a:lnTo>
                    <a:pt x="0" y="6338570"/>
                  </a:lnTo>
                  <a:lnTo>
                    <a:pt x="0" y="436880"/>
                  </a:lnTo>
                  <a:lnTo>
                    <a:pt x="0" y="436880"/>
                  </a:lnTo>
                  <a:lnTo>
                    <a:pt x="0" y="0"/>
                  </a:lnTo>
                  <a:lnTo>
                    <a:pt x="4434840" y="0"/>
                  </a:lnTo>
                  <a:close/>
                  <a:moveTo>
                    <a:pt x="50800" y="386080"/>
                  </a:moveTo>
                  <a:lnTo>
                    <a:pt x="4384040" y="386080"/>
                  </a:lnTo>
                  <a:lnTo>
                    <a:pt x="4384040" y="50800"/>
                  </a:lnTo>
                  <a:lnTo>
                    <a:pt x="50800" y="50800"/>
                  </a:lnTo>
                  <a:lnTo>
                    <a:pt x="50800" y="386080"/>
                  </a:lnTo>
                  <a:close/>
                  <a:moveTo>
                    <a:pt x="4064000" y="6031230"/>
                  </a:moveTo>
                  <a:lnTo>
                    <a:pt x="4064000" y="5970270"/>
                  </a:lnTo>
                  <a:lnTo>
                    <a:pt x="4064000" y="5722620"/>
                  </a:lnTo>
                  <a:lnTo>
                    <a:pt x="4064000" y="5661660"/>
                  </a:lnTo>
                  <a:lnTo>
                    <a:pt x="4064000" y="5405120"/>
                  </a:lnTo>
                  <a:lnTo>
                    <a:pt x="4064000" y="5353050"/>
                  </a:lnTo>
                  <a:lnTo>
                    <a:pt x="4064000" y="436880"/>
                  </a:lnTo>
                  <a:lnTo>
                    <a:pt x="50800" y="436880"/>
                  </a:lnTo>
                  <a:lnTo>
                    <a:pt x="50800" y="6289040"/>
                  </a:lnTo>
                  <a:lnTo>
                    <a:pt x="4064000" y="6289040"/>
                  </a:lnTo>
                  <a:lnTo>
                    <a:pt x="4064000" y="6031230"/>
                  </a:lnTo>
                  <a:close/>
                  <a:moveTo>
                    <a:pt x="4384040" y="5403850"/>
                  </a:moveTo>
                  <a:lnTo>
                    <a:pt x="4114800" y="5403850"/>
                  </a:lnTo>
                  <a:lnTo>
                    <a:pt x="4114800" y="5660390"/>
                  </a:lnTo>
                  <a:lnTo>
                    <a:pt x="4384040" y="5660390"/>
                  </a:lnTo>
                  <a:lnTo>
                    <a:pt x="4384040" y="5403850"/>
                  </a:lnTo>
                  <a:close/>
                  <a:moveTo>
                    <a:pt x="4114800" y="5721350"/>
                  </a:moveTo>
                  <a:lnTo>
                    <a:pt x="4114800" y="5969000"/>
                  </a:lnTo>
                  <a:lnTo>
                    <a:pt x="4384040" y="5969000"/>
                  </a:lnTo>
                  <a:lnTo>
                    <a:pt x="4384040" y="5721350"/>
                  </a:lnTo>
                  <a:lnTo>
                    <a:pt x="4114800" y="5721350"/>
                  </a:lnTo>
                  <a:close/>
                  <a:moveTo>
                    <a:pt x="4384040" y="6031230"/>
                  </a:moveTo>
                  <a:lnTo>
                    <a:pt x="4114800" y="6031230"/>
                  </a:lnTo>
                  <a:lnTo>
                    <a:pt x="4114800" y="6289040"/>
                  </a:lnTo>
                  <a:lnTo>
                    <a:pt x="4384040" y="6289040"/>
                  </a:lnTo>
                  <a:lnTo>
                    <a:pt x="4384040" y="6031230"/>
                  </a:lnTo>
                  <a:close/>
                  <a:moveTo>
                    <a:pt x="4384040" y="5351780"/>
                  </a:moveTo>
                  <a:lnTo>
                    <a:pt x="4384040" y="438150"/>
                  </a:lnTo>
                  <a:lnTo>
                    <a:pt x="4114800" y="438150"/>
                  </a:lnTo>
                  <a:lnTo>
                    <a:pt x="4114800" y="5351780"/>
                  </a:lnTo>
                  <a:lnTo>
                    <a:pt x="4384040" y="5351780"/>
                  </a:lnTo>
                  <a:close/>
                  <a:moveTo>
                    <a:pt x="367030" y="224790"/>
                  </a:moveTo>
                  <a:cubicBezTo>
                    <a:pt x="367030" y="285750"/>
                    <a:pt x="317500" y="335280"/>
                    <a:pt x="256540" y="335280"/>
                  </a:cubicBezTo>
                  <a:cubicBezTo>
                    <a:pt x="195580" y="335280"/>
                    <a:pt x="146050" y="285750"/>
                    <a:pt x="146050" y="224790"/>
                  </a:cubicBezTo>
                  <a:cubicBezTo>
                    <a:pt x="146050" y="163830"/>
                    <a:pt x="195580" y="114300"/>
                    <a:pt x="256540" y="114300"/>
                  </a:cubicBezTo>
                  <a:cubicBezTo>
                    <a:pt x="317500" y="114300"/>
                    <a:pt x="367030" y="163830"/>
                    <a:pt x="367030" y="224790"/>
                  </a:cubicBezTo>
                  <a:close/>
                  <a:moveTo>
                    <a:pt x="316230" y="224790"/>
                  </a:moveTo>
                  <a:cubicBezTo>
                    <a:pt x="316230" y="191770"/>
                    <a:pt x="289560" y="165100"/>
                    <a:pt x="256540" y="165100"/>
                  </a:cubicBezTo>
                  <a:cubicBezTo>
                    <a:pt x="223520" y="165100"/>
                    <a:pt x="196850" y="191770"/>
                    <a:pt x="196850" y="224790"/>
                  </a:cubicBezTo>
                  <a:cubicBezTo>
                    <a:pt x="196850" y="257810"/>
                    <a:pt x="223520" y="284480"/>
                    <a:pt x="256540" y="284480"/>
                  </a:cubicBezTo>
                  <a:cubicBezTo>
                    <a:pt x="289560" y="285750"/>
                    <a:pt x="316230" y="257810"/>
                    <a:pt x="316230" y="224790"/>
                  </a:cubicBezTo>
                  <a:close/>
                  <a:moveTo>
                    <a:pt x="713740" y="224790"/>
                  </a:moveTo>
                  <a:cubicBezTo>
                    <a:pt x="713740" y="285750"/>
                    <a:pt x="664210" y="335280"/>
                    <a:pt x="603250" y="335280"/>
                  </a:cubicBezTo>
                  <a:cubicBezTo>
                    <a:pt x="542290" y="335280"/>
                    <a:pt x="492760" y="285750"/>
                    <a:pt x="492760" y="224790"/>
                  </a:cubicBezTo>
                  <a:cubicBezTo>
                    <a:pt x="492760" y="163830"/>
                    <a:pt x="541020" y="114300"/>
                    <a:pt x="603250" y="114300"/>
                  </a:cubicBezTo>
                  <a:cubicBezTo>
                    <a:pt x="664210" y="114300"/>
                    <a:pt x="713740" y="163830"/>
                    <a:pt x="713740" y="224790"/>
                  </a:cubicBezTo>
                  <a:close/>
                  <a:moveTo>
                    <a:pt x="662940" y="224790"/>
                  </a:moveTo>
                  <a:cubicBezTo>
                    <a:pt x="662940" y="191770"/>
                    <a:pt x="636270" y="165100"/>
                    <a:pt x="603250" y="165100"/>
                  </a:cubicBezTo>
                  <a:cubicBezTo>
                    <a:pt x="570230" y="165100"/>
                    <a:pt x="543560" y="191770"/>
                    <a:pt x="543560" y="224790"/>
                  </a:cubicBezTo>
                  <a:cubicBezTo>
                    <a:pt x="543560" y="257810"/>
                    <a:pt x="570230" y="284480"/>
                    <a:pt x="603250" y="284480"/>
                  </a:cubicBezTo>
                  <a:cubicBezTo>
                    <a:pt x="636270" y="285750"/>
                    <a:pt x="662940" y="257810"/>
                    <a:pt x="662940" y="224790"/>
                  </a:cubicBezTo>
                  <a:close/>
                  <a:moveTo>
                    <a:pt x="1060450" y="224790"/>
                  </a:moveTo>
                  <a:cubicBezTo>
                    <a:pt x="1060450" y="285750"/>
                    <a:pt x="1010920" y="335280"/>
                    <a:pt x="949960" y="335280"/>
                  </a:cubicBezTo>
                  <a:cubicBezTo>
                    <a:pt x="889000" y="335280"/>
                    <a:pt x="839470" y="285750"/>
                    <a:pt x="839470" y="224790"/>
                  </a:cubicBezTo>
                  <a:cubicBezTo>
                    <a:pt x="839470" y="163830"/>
                    <a:pt x="887730" y="114300"/>
                    <a:pt x="948690" y="114300"/>
                  </a:cubicBezTo>
                  <a:cubicBezTo>
                    <a:pt x="1009650" y="114300"/>
                    <a:pt x="1060450" y="163830"/>
                    <a:pt x="1060450" y="224790"/>
                  </a:cubicBezTo>
                  <a:close/>
                  <a:moveTo>
                    <a:pt x="1009650" y="224790"/>
                  </a:moveTo>
                  <a:cubicBezTo>
                    <a:pt x="1009650" y="191770"/>
                    <a:pt x="982980" y="165100"/>
                    <a:pt x="949960" y="165100"/>
                  </a:cubicBezTo>
                  <a:cubicBezTo>
                    <a:pt x="916940" y="165100"/>
                    <a:pt x="890270" y="191770"/>
                    <a:pt x="890270" y="224790"/>
                  </a:cubicBezTo>
                  <a:cubicBezTo>
                    <a:pt x="890270" y="257810"/>
                    <a:pt x="916940" y="284480"/>
                    <a:pt x="949960" y="284480"/>
                  </a:cubicBezTo>
                  <a:cubicBezTo>
                    <a:pt x="981710" y="285750"/>
                    <a:pt x="1009650" y="257810"/>
                    <a:pt x="1009650" y="224790"/>
                  </a:cubicBezTo>
                  <a:close/>
                  <a:moveTo>
                    <a:pt x="1207770" y="304800"/>
                  </a:moveTo>
                  <a:lnTo>
                    <a:pt x="4263390" y="304800"/>
                  </a:lnTo>
                  <a:lnTo>
                    <a:pt x="4263390" y="254000"/>
                  </a:lnTo>
                  <a:lnTo>
                    <a:pt x="1207770" y="254000"/>
                  </a:lnTo>
                  <a:lnTo>
                    <a:pt x="1207770" y="304800"/>
                  </a:lnTo>
                  <a:close/>
                  <a:moveTo>
                    <a:pt x="1207770" y="177800"/>
                  </a:moveTo>
                  <a:lnTo>
                    <a:pt x="4263390" y="177800"/>
                  </a:lnTo>
                  <a:lnTo>
                    <a:pt x="4263390" y="127000"/>
                  </a:lnTo>
                  <a:lnTo>
                    <a:pt x="1207770" y="127000"/>
                  </a:lnTo>
                  <a:lnTo>
                    <a:pt x="1207770" y="177800"/>
                  </a:lnTo>
                  <a:close/>
                </a:path>
              </a:pathLst>
            </a:custGeom>
            <a:solidFill>
              <a:srgbClr val="343434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520" y="2678"/>
            <a:ext cx="18278480" cy="10281645"/>
          </a:xfrm>
          <a:prstGeom prst="rect">
            <a:avLst/>
          </a:prstGeom>
          <a:solidFill>
            <a:srgbClr val="3954A3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093748" y="1868279"/>
            <a:ext cx="16166088" cy="8225316"/>
            <a:chOff x="0" y="0"/>
            <a:chExt cx="4678867" cy="23806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78868" cy="2380611"/>
            </a:xfrm>
            <a:custGeom>
              <a:avLst/>
              <a:gdLst/>
              <a:ahLst/>
              <a:cxnLst/>
              <a:rect r="r" b="b" t="t" l="l"/>
              <a:pathLst>
                <a:path h="2380611" w="4678868">
                  <a:moveTo>
                    <a:pt x="19156" y="0"/>
                  </a:moveTo>
                  <a:lnTo>
                    <a:pt x="4659712" y="0"/>
                  </a:lnTo>
                  <a:cubicBezTo>
                    <a:pt x="4670291" y="0"/>
                    <a:pt x="4678868" y="8576"/>
                    <a:pt x="4678868" y="19156"/>
                  </a:cubicBezTo>
                  <a:lnTo>
                    <a:pt x="4678868" y="2361455"/>
                  </a:lnTo>
                  <a:cubicBezTo>
                    <a:pt x="4678868" y="2372034"/>
                    <a:pt x="4670291" y="2380611"/>
                    <a:pt x="4659712" y="2380611"/>
                  </a:cubicBezTo>
                  <a:lnTo>
                    <a:pt x="19156" y="2380611"/>
                  </a:lnTo>
                  <a:cubicBezTo>
                    <a:pt x="8576" y="2380611"/>
                    <a:pt x="0" y="2372034"/>
                    <a:pt x="0" y="2361455"/>
                  </a:cubicBezTo>
                  <a:lnTo>
                    <a:pt x="0" y="19156"/>
                  </a:lnTo>
                  <a:cubicBezTo>
                    <a:pt x="0" y="8576"/>
                    <a:pt x="8576" y="0"/>
                    <a:pt x="19156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78867" cy="2418711"/>
            </a:xfrm>
            <a:prstGeom prst="rect">
              <a:avLst/>
            </a:prstGeom>
          </p:spPr>
          <p:txBody>
            <a:bodyPr anchor="ctr" rtlCol="false" tIns="50774" lIns="50774" bIns="50774" rIns="50774"/>
            <a:lstStyle/>
            <a:p>
              <a:pPr algn="ctr" marL="0" indent="0" lvl="0">
                <a:lnSpc>
                  <a:spcPts val="265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51601" y="6424629"/>
            <a:ext cx="3543011" cy="848737"/>
            <a:chOff x="0" y="0"/>
            <a:chExt cx="1025435" cy="245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5435" cy="245646"/>
            </a:xfrm>
            <a:custGeom>
              <a:avLst/>
              <a:gdLst/>
              <a:ahLst/>
              <a:cxnLst/>
              <a:rect r="r" b="b" t="t" l="l"/>
              <a:pathLst>
                <a:path h="245646" w="1025435">
                  <a:moveTo>
                    <a:pt x="87405" y="0"/>
                  </a:moveTo>
                  <a:lnTo>
                    <a:pt x="938031" y="0"/>
                  </a:lnTo>
                  <a:cubicBezTo>
                    <a:pt x="986303" y="0"/>
                    <a:pt x="1025435" y="39133"/>
                    <a:pt x="1025435" y="87405"/>
                  </a:cubicBezTo>
                  <a:lnTo>
                    <a:pt x="1025435" y="158241"/>
                  </a:lnTo>
                  <a:cubicBezTo>
                    <a:pt x="1025435" y="206513"/>
                    <a:pt x="986303" y="245646"/>
                    <a:pt x="938031" y="245646"/>
                  </a:cubicBezTo>
                  <a:lnTo>
                    <a:pt x="87405" y="245646"/>
                  </a:lnTo>
                  <a:cubicBezTo>
                    <a:pt x="39133" y="245646"/>
                    <a:pt x="0" y="206513"/>
                    <a:pt x="0" y="158241"/>
                  </a:cubicBezTo>
                  <a:lnTo>
                    <a:pt x="0" y="87405"/>
                  </a:lnTo>
                  <a:cubicBezTo>
                    <a:pt x="0" y="39133"/>
                    <a:pt x="39133" y="0"/>
                    <a:pt x="87405" y="0"/>
                  </a:cubicBezTo>
                  <a:close/>
                </a:path>
              </a:pathLst>
            </a:custGeom>
            <a:solidFill>
              <a:srgbClr val="727070"/>
            </a:solidFill>
            <a:ln w="57150" cap="rnd">
              <a:solidFill>
                <a:srgbClr val="595757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25435" cy="283746"/>
            </a:xfrm>
            <a:prstGeom prst="rect">
              <a:avLst/>
            </a:prstGeom>
          </p:spPr>
          <p:txBody>
            <a:bodyPr anchor="ctr" rtlCol="false" tIns="50774" lIns="50774" bIns="50774" rIns="50774"/>
            <a:lstStyle/>
            <a:p>
              <a:pPr algn="ctr" marL="0" indent="0" lvl="0">
                <a:lnSpc>
                  <a:spcPts val="265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395321" y="6572269"/>
            <a:ext cx="2514136" cy="62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7"/>
              </a:lnSpc>
              <a:spcBef>
                <a:spcPct val="0"/>
              </a:spcBef>
            </a:pPr>
            <a:r>
              <a:rPr lang="en-US" sz="4653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Buscar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2250876" y="8148005"/>
            <a:ext cx="770789" cy="2492691"/>
          </a:xfrm>
          <a:custGeom>
            <a:avLst/>
            <a:gdLst/>
            <a:ahLst/>
            <a:cxnLst/>
            <a:rect r="r" b="b" t="t" l="l"/>
            <a:pathLst>
              <a:path h="2492691" w="770789">
                <a:moveTo>
                  <a:pt x="0" y="0"/>
                </a:moveTo>
                <a:lnTo>
                  <a:pt x="770788" y="0"/>
                </a:lnTo>
                <a:lnTo>
                  <a:pt x="770788" y="2492692"/>
                </a:lnTo>
                <a:lnTo>
                  <a:pt x="0" y="2492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8261" t="0" r="-52781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5275534" y="8148005"/>
            <a:ext cx="770789" cy="2492691"/>
          </a:xfrm>
          <a:custGeom>
            <a:avLst/>
            <a:gdLst/>
            <a:ahLst/>
            <a:cxnLst/>
            <a:rect r="r" b="b" t="t" l="l"/>
            <a:pathLst>
              <a:path h="2492691" w="770789">
                <a:moveTo>
                  <a:pt x="0" y="0"/>
                </a:moveTo>
                <a:lnTo>
                  <a:pt x="770788" y="0"/>
                </a:lnTo>
                <a:lnTo>
                  <a:pt x="770788" y="2492692"/>
                </a:lnTo>
                <a:lnTo>
                  <a:pt x="0" y="2492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8261" t="0" r="-52781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773393" y="3345197"/>
            <a:ext cx="8746305" cy="6629699"/>
            <a:chOff x="0" y="0"/>
            <a:chExt cx="6350000" cy="4813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6200" y="651510"/>
              <a:ext cx="6197600" cy="4085590"/>
            </a:xfrm>
            <a:custGeom>
              <a:avLst/>
              <a:gdLst/>
              <a:ahLst/>
              <a:cxnLst/>
              <a:rect r="r" b="b" t="t" l="l"/>
              <a:pathLst>
                <a:path h="4085590" w="6197600">
                  <a:moveTo>
                    <a:pt x="6197600" y="4085590"/>
                  </a:moveTo>
                  <a:lnTo>
                    <a:pt x="0" y="4085590"/>
                  </a:lnTo>
                  <a:lnTo>
                    <a:pt x="0" y="0"/>
                  </a:lnTo>
                  <a:lnTo>
                    <a:pt x="6197600" y="0"/>
                  </a:lnTo>
                  <a:lnTo>
                    <a:pt x="6197600" y="4085590"/>
                  </a:lnTo>
                  <a:close/>
                </a:path>
              </a:pathLst>
            </a:custGeom>
            <a:blipFill>
              <a:blip r:embed="rId4"/>
              <a:stretch>
                <a:fillRect l="0" t="-2452" r="0" b="-2452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6200" y="76200"/>
              <a:ext cx="6197600" cy="500380"/>
            </a:xfrm>
            <a:custGeom>
              <a:avLst/>
              <a:gdLst/>
              <a:ahLst/>
              <a:cxnLst/>
              <a:rect r="r" b="b" t="t" l="l"/>
              <a:pathLst>
                <a:path h="500380" w="6197600">
                  <a:moveTo>
                    <a:pt x="0" y="0"/>
                  </a:moveTo>
                  <a:lnTo>
                    <a:pt x="6197600" y="0"/>
                  </a:lnTo>
                  <a:lnTo>
                    <a:pt x="6197600" y="500380"/>
                  </a:lnTo>
                  <a:lnTo>
                    <a:pt x="0" y="500380"/>
                  </a:lnTo>
                  <a:close/>
                </a:path>
              </a:pathLst>
            </a:custGeom>
            <a:solidFill>
              <a:srgbClr val="3954A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4813300"/>
            </a:xfrm>
            <a:custGeom>
              <a:avLst/>
              <a:gdLst/>
              <a:ahLst/>
              <a:cxnLst/>
              <a:rect r="r" b="b" t="t" l="l"/>
              <a:pathLst>
                <a:path h="4813300" w="6350000">
                  <a:moveTo>
                    <a:pt x="0" y="0"/>
                  </a:moveTo>
                  <a:lnTo>
                    <a:pt x="0" y="575310"/>
                  </a:lnTo>
                  <a:lnTo>
                    <a:pt x="0" y="652780"/>
                  </a:lnTo>
                  <a:lnTo>
                    <a:pt x="0" y="4813300"/>
                  </a:lnTo>
                  <a:lnTo>
                    <a:pt x="6350000" y="4813300"/>
                  </a:lnTo>
                  <a:lnTo>
                    <a:pt x="6350000" y="652780"/>
                  </a:lnTo>
                  <a:lnTo>
                    <a:pt x="6350000" y="575310"/>
                  </a:lnTo>
                  <a:lnTo>
                    <a:pt x="6350000" y="0"/>
                  </a:lnTo>
                  <a:lnTo>
                    <a:pt x="0" y="0"/>
                  </a:lnTo>
                  <a:close/>
                  <a:moveTo>
                    <a:pt x="6273800" y="4737100"/>
                  </a:moveTo>
                  <a:lnTo>
                    <a:pt x="76200" y="4737100"/>
                  </a:lnTo>
                  <a:lnTo>
                    <a:pt x="76200" y="652780"/>
                  </a:lnTo>
                  <a:lnTo>
                    <a:pt x="6273800" y="652780"/>
                  </a:lnTo>
                  <a:lnTo>
                    <a:pt x="6273800" y="4737100"/>
                  </a:lnTo>
                  <a:close/>
                  <a:moveTo>
                    <a:pt x="6273800" y="575310"/>
                  </a:moveTo>
                  <a:lnTo>
                    <a:pt x="76200" y="575310"/>
                  </a:lnTo>
                  <a:lnTo>
                    <a:pt x="76200" y="76200"/>
                  </a:lnTo>
                  <a:lnTo>
                    <a:pt x="6273800" y="76200"/>
                  </a:lnTo>
                  <a:lnTo>
                    <a:pt x="6273800" y="575310"/>
                  </a:lnTo>
                  <a:close/>
                  <a:moveTo>
                    <a:pt x="285750" y="320040"/>
                  </a:moveTo>
                  <a:cubicBezTo>
                    <a:pt x="285750" y="259080"/>
                    <a:pt x="335280" y="209550"/>
                    <a:pt x="396240" y="209550"/>
                  </a:cubicBezTo>
                  <a:cubicBezTo>
                    <a:pt x="457200" y="209550"/>
                    <a:pt x="506730" y="259080"/>
                    <a:pt x="506730" y="320040"/>
                  </a:cubicBezTo>
                  <a:cubicBezTo>
                    <a:pt x="506730" y="381000"/>
                    <a:pt x="458470" y="431800"/>
                    <a:pt x="396240" y="431800"/>
                  </a:cubicBezTo>
                  <a:cubicBezTo>
                    <a:pt x="335280" y="431800"/>
                    <a:pt x="285750" y="382270"/>
                    <a:pt x="285750" y="320040"/>
                  </a:cubicBezTo>
                  <a:close/>
                  <a:moveTo>
                    <a:pt x="660400" y="320040"/>
                  </a:moveTo>
                  <a:cubicBezTo>
                    <a:pt x="660400" y="259080"/>
                    <a:pt x="709930" y="209550"/>
                    <a:pt x="770890" y="209550"/>
                  </a:cubicBezTo>
                  <a:cubicBezTo>
                    <a:pt x="831850" y="209550"/>
                    <a:pt x="881380" y="259080"/>
                    <a:pt x="881380" y="320040"/>
                  </a:cubicBezTo>
                  <a:cubicBezTo>
                    <a:pt x="881380" y="381000"/>
                    <a:pt x="833120" y="431800"/>
                    <a:pt x="772160" y="431800"/>
                  </a:cubicBezTo>
                  <a:cubicBezTo>
                    <a:pt x="711200" y="431800"/>
                    <a:pt x="660400" y="382270"/>
                    <a:pt x="660400" y="320040"/>
                  </a:cubicBezTo>
                  <a:close/>
                  <a:moveTo>
                    <a:pt x="1036320" y="320040"/>
                  </a:moveTo>
                  <a:cubicBezTo>
                    <a:pt x="1036320" y="259080"/>
                    <a:pt x="1085850" y="209550"/>
                    <a:pt x="1146810" y="209550"/>
                  </a:cubicBezTo>
                  <a:cubicBezTo>
                    <a:pt x="1207770" y="209550"/>
                    <a:pt x="1257300" y="259080"/>
                    <a:pt x="1257300" y="320040"/>
                  </a:cubicBezTo>
                  <a:cubicBezTo>
                    <a:pt x="1257300" y="381000"/>
                    <a:pt x="1207770" y="431800"/>
                    <a:pt x="1146810" y="431800"/>
                  </a:cubicBezTo>
                  <a:cubicBezTo>
                    <a:pt x="1085850" y="431800"/>
                    <a:pt x="1036320" y="382270"/>
                    <a:pt x="1036320" y="320040"/>
                  </a:cubicBezTo>
                  <a:close/>
                  <a:moveTo>
                    <a:pt x="6018530" y="274320"/>
                  </a:moveTo>
                  <a:lnTo>
                    <a:pt x="1457960" y="274320"/>
                  </a:lnTo>
                  <a:lnTo>
                    <a:pt x="1457960" y="198120"/>
                  </a:lnTo>
                  <a:lnTo>
                    <a:pt x="6018530" y="198120"/>
                  </a:lnTo>
                  <a:lnTo>
                    <a:pt x="6018530" y="274320"/>
                  </a:lnTo>
                  <a:close/>
                  <a:moveTo>
                    <a:pt x="6018530" y="444500"/>
                  </a:moveTo>
                  <a:lnTo>
                    <a:pt x="1457960" y="444500"/>
                  </a:lnTo>
                  <a:lnTo>
                    <a:pt x="1457960" y="368300"/>
                  </a:lnTo>
                  <a:lnTo>
                    <a:pt x="6018530" y="368300"/>
                  </a:lnTo>
                  <a:lnTo>
                    <a:pt x="6018530" y="444500"/>
                  </a:lnTo>
                  <a:close/>
                </a:path>
              </a:pathLst>
            </a:custGeom>
            <a:solidFill>
              <a:srgbClr val="34343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038683" y="2159102"/>
            <a:ext cx="7923211" cy="982437"/>
            <a:chOff x="0" y="0"/>
            <a:chExt cx="2293174" cy="2843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93174" cy="284342"/>
            </a:xfrm>
            <a:custGeom>
              <a:avLst/>
              <a:gdLst/>
              <a:ahLst/>
              <a:cxnLst/>
              <a:rect r="r" b="b" t="t" l="l"/>
              <a:pathLst>
                <a:path h="284342" w="2293174">
                  <a:moveTo>
                    <a:pt x="39085" y="0"/>
                  </a:moveTo>
                  <a:lnTo>
                    <a:pt x="2254089" y="0"/>
                  </a:lnTo>
                  <a:cubicBezTo>
                    <a:pt x="2275675" y="0"/>
                    <a:pt x="2293174" y="17499"/>
                    <a:pt x="2293174" y="39085"/>
                  </a:cubicBezTo>
                  <a:lnTo>
                    <a:pt x="2293174" y="245257"/>
                  </a:lnTo>
                  <a:cubicBezTo>
                    <a:pt x="2293174" y="266843"/>
                    <a:pt x="2275675" y="284342"/>
                    <a:pt x="2254089" y="284342"/>
                  </a:cubicBezTo>
                  <a:lnTo>
                    <a:pt x="39085" y="284342"/>
                  </a:lnTo>
                  <a:cubicBezTo>
                    <a:pt x="17499" y="284342"/>
                    <a:pt x="0" y="266843"/>
                    <a:pt x="0" y="245257"/>
                  </a:cubicBezTo>
                  <a:lnTo>
                    <a:pt x="0" y="39085"/>
                  </a:lnTo>
                  <a:cubicBezTo>
                    <a:pt x="0" y="17499"/>
                    <a:pt x="17499" y="0"/>
                    <a:pt x="39085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72707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93174" cy="322442"/>
            </a:xfrm>
            <a:prstGeom prst="rect">
              <a:avLst/>
            </a:prstGeom>
          </p:spPr>
          <p:txBody>
            <a:bodyPr anchor="ctr" rtlCol="false" tIns="50774" lIns="50774" bIns="50774" rIns="50774"/>
            <a:lstStyle/>
            <a:p>
              <a:pPr algn="ctr" marL="0" indent="0" lvl="0">
                <a:lnSpc>
                  <a:spcPts val="265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5092" y="643921"/>
            <a:ext cx="4584840" cy="6554273"/>
            <a:chOff x="0" y="0"/>
            <a:chExt cx="4434840" cy="6339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436880"/>
              <a:ext cx="4064000" cy="5902960"/>
            </a:xfrm>
            <a:custGeom>
              <a:avLst/>
              <a:gdLst/>
              <a:ahLst/>
              <a:cxnLst/>
              <a:rect r="r" b="b" t="t" l="l"/>
              <a:pathLst>
                <a:path h="5902960" w="4064000">
                  <a:moveTo>
                    <a:pt x="4064000" y="5902960"/>
                  </a:moveTo>
                  <a:lnTo>
                    <a:pt x="0" y="5902960"/>
                  </a:lnTo>
                  <a:lnTo>
                    <a:pt x="0" y="0"/>
                  </a:lnTo>
                  <a:lnTo>
                    <a:pt x="4064000" y="0"/>
                  </a:lnTo>
                  <a:lnTo>
                    <a:pt x="4064000" y="5902960"/>
                  </a:lnTo>
                  <a:close/>
                </a:path>
              </a:pathLst>
            </a:custGeom>
            <a:blipFill>
              <a:blip r:embed="rId5"/>
              <a:stretch>
                <a:fillRect l="-7175" t="0" r="-7175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4333240" cy="6239510"/>
            </a:xfrm>
            <a:custGeom>
              <a:avLst/>
              <a:gdLst/>
              <a:ahLst/>
              <a:cxnLst/>
              <a:rect r="r" b="b" t="t" l="l"/>
              <a:pathLst>
                <a:path h="6239510" w="4333240">
                  <a:moveTo>
                    <a:pt x="4333240" y="335280"/>
                  </a:moveTo>
                  <a:lnTo>
                    <a:pt x="0" y="335280"/>
                  </a:lnTo>
                  <a:lnTo>
                    <a:pt x="0" y="0"/>
                  </a:lnTo>
                  <a:lnTo>
                    <a:pt x="4333240" y="0"/>
                  </a:lnTo>
                  <a:lnTo>
                    <a:pt x="4333240" y="335280"/>
                  </a:lnTo>
                  <a:close/>
                  <a:moveTo>
                    <a:pt x="4333240" y="5970270"/>
                  </a:moveTo>
                  <a:lnTo>
                    <a:pt x="4064000" y="5970270"/>
                  </a:lnTo>
                  <a:lnTo>
                    <a:pt x="4064000" y="6239510"/>
                  </a:lnTo>
                  <a:lnTo>
                    <a:pt x="4333240" y="6239510"/>
                  </a:lnTo>
                  <a:lnTo>
                    <a:pt x="4333240" y="5970270"/>
                  </a:lnTo>
                  <a:close/>
                </a:path>
              </a:pathLst>
            </a:custGeom>
            <a:solidFill>
              <a:srgbClr val="D4151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96850" y="165100"/>
              <a:ext cx="811530" cy="119380"/>
            </a:xfrm>
            <a:custGeom>
              <a:avLst/>
              <a:gdLst/>
              <a:ahLst/>
              <a:cxnLst/>
              <a:rect r="r" b="b" t="t" l="l"/>
              <a:pathLst>
                <a:path h="119380" w="811530">
                  <a:moveTo>
                    <a:pt x="119380" y="59690"/>
                  </a:moveTo>
                  <a:cubicBezTo>
                    <a:pt x="119380" y="92710"/>
                    <a:pt x="92710" y="119380"/>
                    <a:pt x="59690" y="119380"/>
                  </a:cubicBezTo>
                  <a:cubicBezTo>
                    <a:pt x="26670" y="119380"/>
                    <a:pt x="0" y="92710"/>
                    <a:pt x="0" y="59690"/>
                  </a:cubicBezTo>
                  <a:cubicBezTo>
                    <a:pt x="0" y="26670"/>
                    <a:pt x="26670" y="0"/>
                    <a:pt x="59690" y="0"/>
                  </a:cubicBezTo>
                  <a:cubicBezTo>
                    <a:pt x="92710" y="0"/>
                    <a:pt x="119380" y="26670"/>
                    <a:pt x="119380" y="59690"/>
                  </a:cubicBezTo>
                  <a:close/>
                  <a:moveTo>
                    <a:pt x="406400" y="0"/>
                  </a:moveTo>
                  <a:cubicBezTo>
                    <a:pt x="373380" y="0"/>
                    <a:pt x="346710" y="26670"/>
                    <a:pt x="346710" y="59690"/>
                  </a:cubicBezTo>
                  <a:cubicBezTo>
                    <a:pt x="346710" y="92710"/>
                    <a:pt x="373380" y="119380"/>
                    <a:pt x="406400" y="119380"/>
                  </a:cubicBezTo>
                  <a:cubicBezTo>
                    <a:pt x="439420" y="119380"/>
                    <a:pt x="466090" y="92710"/>
                    <a:pt x="466090" y="59690"/>
                  </a:cubicBezTo>
                  <a:cubicBezTo>
                    <a:pt x="466090" y="26670"/>
                    <a:pt x="439420" y="0"/>
                    <a:pt x="406400" y="0"/>
                  </a:cubicBezTo>
                  <a:close/>
                  <a:moveTo>
                    <a:pt x="751840" y="0"/>
                  </a:moveTo>
                  <a:cubicBezTo>
                    <a:pt x="718820" y="0"/>
                    <a:pt x="692150" y="26670"/>
                    <a:pt x="692150" y="59690"/>
                  </a:cubicBezTo>
                  <a:cubicBezTo>
                    <a:pt x="692150" y="92710"/>
                    <a:pt x="718820" y="119380"/>
                    <a:pt x="751840" y="119380"/>
                  </a:cubicBezTo>
                  <a:cubicBezTo>
                    <a:pt x="784860" y="119380"/>
                    <a:pt x="811530" y="92710"/>
                    <a:pt x="811530" y="59690"/>
                  </a:cubicBezTo>
                  <a:cubicBezTo>
                    <a:pt x="811530" y="26670"/>
                    <a:pt x="784860" y="0"/>
                    <a:pt x="7518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114800" y="438150"/>
              <a:ext cx="269240" cy="5532120"/>
            </a:xfrm>
            <a:custGeom>
              <a:avLst/>
              <a:gdLst/>
              <a:ahLst/>
              <a:cxnLst/>
              <a:rect r="r" b="b" t="t" l="l"/>
              <a:pathLst>
                <a:path h="5532120" w="269240">
                  <a:moveTo>
                    <a:pt x="269240" y="5532120"/>
                  </a:moveTo>
                  <a:lnTo>
                    <a:pt x="0" y="5532120"/>
                  </a:lnTo>
                  <a:lnTo>
                    <a:pt x="0" y="0"/>
                  </a:lnTo>
                  <a:lnTo>
                    <a:pt x="269240" y="0"/>
                  </a:lnTo>
                  <a:lnTo>
                    <a:pt x="269240" y="5532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34840" cy="6338570"/>
            </a:xfrm>
            <a:custGeom>
              <a:avLst/>
              <a:gdLst/>
              <a:ahLst/>
              <a:cxnLst/>
              <a:rect r="r" b="b" t="t" l="l"/>
              <a:pathLst>
                <a:path h="6338570" w="4434840">
                  <a:moveTo>
                    <a:pt x="4147820" y="5826760"/>
                  </a:moveTo>
                  <a:lnTo>
                    <a:pt x="4182110" y="5788660"/>
                  </a:lnTo>
                  <a:lnTo>
                    <a:pt x="4250690" y="5849620"/>
                  </a:lnTo>
                  <a:lnTo>
                    <a:pt x="4319270" y="5788660"/>
                  </a:lnTo>
                  <a:lnTo>
                    <a:pt x="4353560" y="5826760"/>
                  </a:lnTo>
                  <a:lnTo>
                    <a:pt x="4251960" y="5919470"/>
                  </a:lnTo>
                  <a:lnTo>
                    <a:pt x="4147820" y="5826760"/>
                  </a:lnTo>
                  <a:close/>
                  <a:moveTo>
                    <a:pt x="4182110" y="5567680"/>
                  </a:moveTo>
                  <a:lnTo>
                    <a:pt x="4250690" y="5506720"/>
                  </a:lnTo>
                  <a:lnTo>
                    <a:pt x="4319270" y="5567680"/>
                  </a:lnTo>
                  <a:lnTo>
                    <a:pt x="4353560" y="5529580"/>
                  </a:lnTo>
                  <a:lnTo>
                    <a:pt x="4251960" y="5436870"/>
                  </a:lnTo>
                  <a:lnTo>
                    <a:pt x="4150360" y="5529580"/>
                  </a:lnTo>
                  <a:lnTo>
                    <a:pt x="4182110" y="5567680"/>
                  </a:lnTo>
                  <a:close/>
                  <a:moveTo>
                    <a:pt x="4434840" y="0"/>
                  </a:moveTo>
                  <a:lnTo>
                    <a:pt x="4434840" y="387350"/>
                  </a:lnTo>
                  <a:lnTo>
                    <a:pt x="4434840" y="438150"/>
                  </a:lnTo>
                  <a:lnTo>
                    <a:pt x="4434840" y="5351780"/>
                  </a:lnTo>
                  <a:lnTo>
                    <a:pt x="4434840" y="5403850"/>
                  </a:lnTo>
                  <a:lnTo>
                    <a:pt x="4434840" y="5660390"/>
                  </a:lnTo>
                  <a:lnTo>
                    <a:pt x="4434840" y="5721350"/>
                  </a:lnTo>
                  <a:lnTo>
                    <a:pt x="4434840" y="5969000"/>
                  </a:lnTo>
                  <a:lnTo>
                    <a:pt x="4434840" y="6029960"/>
                  </a:lnTo>
                  <a:lnTo>
                    <a:pt x="4434840" y="6338570"/>
                  </a:lnTo>
                  <a:lnTo>
                    <a:pt x="4064000" y="6338570"/>
                  </a:lnTo>
                  <a:lnTo>
                    <a:pt x="4064000" y="6338570"/>
                  </a:lnTo>
                  <a:lnTo>
                    <a:pt x="0" y="6338570"/>
                  </a:lnTo>
                  <a:lnTo>
                    <a:pt x="0" y="436880"/>
                  </a:lnTo>
                  <a:lnTo>
                    <a:pt x="0" y="436880"/>
                  </a:lnTo>
                  <a:lnTo>
                    <a:pt x="0" y="0"/>
                  </a:lnTo>
                  <a:lnTo>
                    <a:pt x="4434840" y="0"/>
                  </a:lnTo>
                  <a:close/>
                  <a:moveTo>
                    <a:pt x="50800" y="386080"/>
                  </a:moveTo>
                  <a:lnTo>
                    <a:pt x="4384040" y="386080"/>
                  </a:lnTo>
                  <a:lnTo>
                    <a:pt x="4384040" y="50800"/>
                  </a:lnTo>
                  <a:lnTo>
                    <a:pt x="50800" y="50800"/>
                  </a:lnTo>
                  <a:lnTo>
                    <a:pt x="50800" y="386080"/>
                  </a:lnTo>
                  <a:close/>
                  <a:moveTo>
                    <a:pt x="4064000" y="6031230"/>
                  </a:moveTo>
                  <a:lnTo>
                    <a:pt x="4064000" y="5970270"/>
                  </a:lnTo>
                  <a:lnTo>
                    <a:pt x="4064000" y="5722620"/>
                  </a:lnTo>
                  <a:lnTo>
                    <a:pt x="4064000" y="5661660"/>
                  </a:lnTo>
                  <a:lnTo>
                    <a:pt x="4064000" y="5405120"/>
                  </a:lnTo>
                  <a:lnTo>
                    <a:pt x="4064000" y="5353050"/>
                  </a:lnTo>
                  <a:lnTo>
                    <a:pt x="4064000" y="436880"/>
                  </a:lnTo>
                  <a:lnTo>
                    <a:pt x="50800" y="436880"/>
                  </a:lnTo>
                  <a:lnTo>
                    <a:pt x="50800" y="6289040"/>
                  </a:lnTo>
                  <a:lnTo>
                    <a:pt x="4064000" y="6289040"/>
                  </a:lnTo>
                  <a:lnTo>
                    <a:pt x="4064000" y="6031230"/>
                  </a:lnTo>
                  <a:close/>
                  <a:moveTo>
                    <a:pt x="4384040" y="5403850"/>
                  </a:moveTo>
                  <a:lnTo>
                    <a:pt x="4114800" y="5403850"/>
                  </a:lnTo>
                  <a:lnTo>
                    <a:pt x="4114800" y="5660390"/>
                  </a:lnTo>
                  <a:lnTo>
                    <a:pt x="4384040" y="5660390"/>
                  </a:lnTo>
                  <a:lnTo>
                    <a:pt x="4384040" y="5403850"/>
                  </a:lnTo>
                  <a:close/>
                  <a:moveTo>
                    <a:pt x="4114800" y="5721350"/>
                  </a:moveTo>
                  <a:lnTo>
                    <a:pt x="4114800" y="5969000"/>
                  </a:lnTo>
                  <a:lnTo>
                    <a:pt x="4384040" y="5969000"/>
                  </a:lnTo>
                  <a:lnTo>
                    <a:pt x="4384040" y="5721350"/>
                  </a:lnTo>
                  <a:lnTo>
                    <a:pt x="4114800" y="5721350"/>
                  </a:lnTo>
                  <a:close/>
                  <a:moveTo>
                    <a:pt x="4384040" y="6031230"/>
                  </a:moveTo>
                  <a:lnTo>
                    <a:pt x="4114800" y="6031230"/>
                  </a:lnTo>
                  <a:lnTo>
                    <a:pt x="4114800" y="6289040"/>
                  </a:lnTo>
                  <a:lnTo>
                    <a:pt x="4384040" y="6289040"/>
                  </a:lnTo>
                  <a:lnTo>
                    <a:pt x="4384040" y="6031230"/>
                  </a:lnTo>
                  <a:close/>
                  <a:moveTo>
                    <a:pt x="4384040" y="5351780"/>
                  </a:moveTo>
                  <a:lnTo>
                    <a:pt x="4384040" y="438150"/>
                  </a:lnTo>
                  <a:lnTo>
                    <a:pt x="4114800" y="438150"/>
                  </a:lnTo>
                  <a:lnTo>
                    <a:pt x="4114800" y="5351780"/>
                  </a:lnTo>
                  <a:lnTo>
                    <a:pt x="4384040" y="5351780"/>
                  </a:lnTo>
                  <a:close/>
                  <a:moveTo>
                    <a:pt x="367030" y="224790"/>
                  </a:moveTo>
                  <a:cubicBezTo>
                    <a:pt x="367030" y="285750"/>
                    <a:pt x="317500" y="335280"/>
                    <a:pt x="256540" y="335280"/>
                  </a:cubicBezTo>
                  <a:cubicBezTo>
                    <a:pt x="195580" y="335280"/>
                    <a:pt x="146050" y="285750"/>
                    <a:pt x="146050" y="224790"/>
                  </a:cubicBezTo>
                  <a:cubicBezTo>
                    <a:pt x="146050" y="163830"/>
                    <a:pt x="195580" y="114300"/>
                    <a:pt x="256540" y="114300"/>
                  </a:cubicBezTo>
                  <a:cubicBezTo>
                    <a:pt x="317500" y="114300"/>
                    <a:pt x="367030" y="163830"/>
                    <a:pt x="367030" y="224790"/>
                  </a:cubicBezTo>
                  <a:close/>
                  <a:moveTo>
                    <a:pt x="316230" y="224790"/>
                  </a:moveTo>
                  <a:cubicBezTo>
                    <a:pt x="316230" y="191770"/>
                    <a:pt x="289560" y="165100"/>
                    <a:pt x="256540" y="165100"/>
                  </a:cubicBezTo>
                  <a:cubicBezTo>
                    <a:pt x="223520" y="165100"/>
                    <a:pt x="196850" y="191770"/>
                    <a:pt x="196850" y="224790"/>
                  </a:cubicBezTo>
                  <a:cubicBezTo>
                    <a:pt x="196850" y="257810"/>
                    <a:pt x="223520" y="284480"/>
                    <a:pt x="256540" y="284480"/>
                  </a:cubicBezTo>
                  <a:cubicBezTo>
                    <a:pt x="289560" y="285750"/>
                    <a:pt x="316230" y="257810"/>
                    <a:pt x="316230" y="224790"/>
                  </a:cubicBezTo>
                  <a:close/>
                  <a:moveTo>
                    <a:pt x="713740" y="224790"/>
                  </a:moveTo>
                  <a:cubicBezTo>
                    <a:pt x="713740" y="285750"/>
                    <a:pt x="664210" y="335280"/>
                    <a:pt x="603250" y="335280"/>
                  </a:cubicBezTo>
                  <a:cubicBezTo>
                    <a:pt x="542290" y="335280"/>
                    <a:pt x="492760" y="285750"/>
                    <a:pt x="492760" y="224790"/>
                  </a:cubicBezTo>
                  <a:cubicBezTo>
                    <a:pt x="492760" y="163830"/>
                    <a:pt x="541020" y="114300"/>
                    <a:pt x="603250" y="114300"/>
                  </a:cubicBezTo>
                  <a:cubicBezTo>
                    <a:pt x="664210" y="114300"/>
                    <a:pt x="713740" y="163830"/>
                    <a:pt x="713740" y="224790"/>
                  </a:cubicBezTo>
                  <a:close/>
                  <a:moveTo>
                    <a:pt x="662940" y="224790"/>
                  </a:moveTo>
                  <a:cubicBezTo>
                    <a:pt x="662940" y="191770"/>
                    <a:pt x="636270" y="165100"/>
                    <a:pt x="603250" y="165100"/>
                  </a:cubicBezTo>
                  <a:cubicBezTo>
                    <a:pt x="570230" y="165100"/>
                    <a:pt x="543560" y="191770"/>
                    <a:pt x="543560" y="224790"/>
                  </a:cubicBezTo>
                  <a:cubicBezTo>
                    <a:pt x="543560" y="257810"/>
                    <a:pt x="570230" y="284480"/>
                    <a:pt x="603250" y="284480"/>
                  </a:cubicBezTo>
                  <a:cubicBezTo>
                    <a:pt x="636270" y="285750"/>
                    <a:pt x="662940" y="257810"/>
                    <a:pt x="662940" y="224790"/>
                  </a:cubicBezTo>
                  <a:close/>
                  <a:moveTo>
                    <a:pt x="1060450" y="224790"/>
                  </a:moveTo>
                  <a:cubicBezTo>
                    <a:pt x="1060450" y="285750"/>
                    <a:pt x="1010920" y="335280"/>
                    <a:pt x="949960" y="335280"/>
                  </a:cubicBezTo>
                  <a:cubicBezTo>
                    <a:pt x="889000" y="335280"/>
                    <a:pt x="839470" y="285750"/>
                    <a:pt x="839470" y="224790"/>
                  </a:cubicBezTo>
                  <a:cubicBezTo>
                    <a:pt x="839470" y="163830"/>
                    <a:pt x="887730" y="114300"/>
                    <a:pt x="948690" y="114300"/>
                  </a:cubicBezTo>
                  <a:cubicBezTo>
                    <a:pt x="1009650" y="114300"/>
                    <a:pt x="1060450" y="163830"/>
                    <a:pt x="1060450" y="224790"/>
                  </a:cubicBezTo>
                  <a:close/>
                  <a:moveTo>
                    <a:pt x="1009650" y="224790"/>
                  </a:moveTo>
                  <a:cubicBezTo>
                    <a:pt x="1009650" y="191770"/>
                    <a:pt x="982980" y="165100"/>
                    <a:pt x="949960" y="165100"/>
                  </a:cubicBezTo>
                  <a:cubicBezTo>
                    <a:pt x="916940" y="165100"/>
                    <a:pt x="890270" y="191770"/>
                    <a:pt x="890270" y="224790"/>
                  </a:cubicBezTo>
                  <a:cubicBezTo>
                    <a:pt x="890270" y="257810"/>
                    <a:pt x="916940" y="284480"/>
                    <a:pt x="949960" y="284480"/>
                  </a:cubicBezTo>
                  <a:cubicBezTo>
                    <a:pt x="981710" y="285750"/>
                    <a:pt x="1009650" y="257810"/>
                    <a:pt x="1009650" y="224790"/>
                  </a:cubicBezTo>
                  <a:close/>
                  <a:moveTo>
                    <a:pt x="1207770" y="304800"/>
                  </a:moveTo>
                  <a:lnTo>
                    <a:pt x="4263390" y="304800"/>
                  </a:lnTo>
                  <a:lnTo>
                    <a:pt x="4263390" y="254000"/>
                  </a:lnTo>
                  <a:lnTo>
                    <a:pt x="1207770" y="254000"/>
                  </a:lnTo>
                  <a:lnTo>
                    <a:pt x="1207770" y="304800"/>
                  </a:lnTo>
                  <a:close/>
                  <a:moveTo>
                    <a:pt x="1207770" y="177800"/>
                  </a:moveTo>
                  <a:lnTo>
                    <a:pt x="4263390" y="177800"/>
                  </a:lnTo>
                  <a:lnTo>
                    <a:pt x="4263390" y="127000"/>
                  </a:lnTo>
                  <a:lnTo>
                    <a:pt x="1207770" y="127000"/>
                  </a:lnTo>
                  <a:lnTo>
                    <a:pt x="1207770" y="177800"/>
                  </a:lnTo>
                  <a:close/>
                </a:path>
              </a:pathLst>
            </a:custGeom>
            <a:solidFill>
              <a:srgbClr val="595757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3700579" y="643921"/>
            <a:ext cx="4584840" cy="6554273"/>
            <a:chOff x="0" y="0"/>
            <a:chExt cx="4434840" cy="6339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436880"/>
              <a:ext cx="4064000" cy="5902960"/>
            </a:xfrm>
            <a:custGeom>
              <a:avLst/>
              <a:gdLst/>
              <a:ahLst/>
              <a:cxnLst/>
              <a:rect r="r" b="b" t="t" l="l"/>
              <a:pathLst>
                <a:path h="5902960" w="4064000">
                  <a:moveTo>
                    <a:pt x="4064000" y="5902960"/>
                  </a:moveTo>
                  <a:lnTo>
                    <a:pt x="0" y="5902960"/>
                  </a:lnTo>
                  <a:lnTo>
                    <a:pt x="0" y="0"/>
                  </a:lnTo>
                  <a:lnTo>
                    <a:pt x="4064000" y="0"/>
                  </a:lnTo>
                  <a:lnTo>
                    <a:pt x="4064000" y="5902960"/>
                  </a:lnTo>
                  <a:close/>
                </a:path>
              </a:pathLst>
            </a:custGeom>
            <a:blipFill>
              <a:blip r:embed="rId6"/>
              <a:stretch>
                <a:fillRect l="-6647" t="0" r="-6647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50800" y="50800"/>
              <a:ext cx="4333240" cy="6239510"/>
            </a:xfrm>
            <a:custGeom>
              <a:avLst/>
              <a:gdLst/>
              <a:ahLst/>
              <a:cxnLst/>
              <a:rect r="r" b="b" t="t" l="l"/>
              <a:pathLst>
                <a:path h="6239510" w="4333240">
                  <a:moveTo>
                    <a:pt x="4333240" y="335280"/>
                  </a:moveTo>
                  <a:lnTo>
                    <a:pt x="0" y="335280"/>
                  </a:lnTo>
                  <a:lnTo>
                    <a:pt x="0" y="0"/>
                  </a:lnTo>
                  <a:lnTo>
                    <a:pt x="4333240" y="0"/>
                  </a:lnTo>
                  <a:lnTo>
                    <a:pt x="4333240" y="335280"/>
                  </a:lnTo>
                  <a:close/>
                  <a:moveTo>
                    <a:pt x="4333240" y="5970270"/>
                  </a:moveTo>
                  <a:lnTo>
                    <a:pt x="4064000" y="5970270"/>
                  </a:lnTo>
                  <a:lnTo>
                    <a:pt x="4064000" y="6239510"/>
                  </a:lnTo>
                  <a:lnTo>
                    <a:pt x="4333240" y="6239510"/>
                  </a:lnTo>
                  <a:lnTo>
                    <a:pt x="4333240" y="5970270"/>
                  </a:lnTo>
                  <a:close/>
                </a:path>
              </a:pathLst>
            </a:custGeom>
            <a:solidFill>
              <a:srgbClr val="358BC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96850" y="165100"/>
              <a:ext cx="811530" cy="119380"/>
            </a:xfrm>
            <a:custGeom>
              <a:avLst/>
              <a:gdLst/>
              <a:ahLst/>
              <a:cxnLst/>
              <a:rect r="r" b="b" t="t" l="l"/>
              <a:pathLst>
                <a:path h="119380" w="811530">
                  <a:moveTo>
                    <a:pt x="119380" y="59690"/>
                  </a:moveTo>
                  <a:cubicBezTo>
                    <a:pt x="119380" y="92710"/>
                    <a:pt x="92710" y="119380"/>
                    <a:pt x="59690" y="119380"/>
                  </a:cubicBezTo>
                  <a:cubicBezTo>
                    <a:pt x="26670" y="119380"/>
                    <a:pt x="0" y="92710"/>
                    <a:pt x="0" y="59690"/>
                  </a:cubicBezTo>
                  <a:cubicBezTo>
                    <a:pt x="0" y="26670"/>
                    <a:pt x="26670" y="0"/>
                    <a:pt x="59690" y="0"/>
                  </a:cubicBezTo>
                  <a:cubicBezTo>
                    <a:pt x="92710" y="0"/>
                    <a:pt x="119380" y="26670"/>
                    <a:pt x="119380" y="59690"/>
                  </a:cubicBezTo>
                  <a:close/>
                  <a:moveTo>
                    <a:pt x="406400" y="0"/>
                  </a:moveTo>
                  <a:cubicBezTo>
                    <a:pt x="373380" y="0"/>
                    <a:pt x="346710" y="26670"/>
                    <a:pt x="346710" y="59690"/>
                  </a:cubicBezTo>
                  <a:cubicBezTo>
                    <a:pt x="346710" y="92710"/>
                    <a:pt x="373380" y="119380"/>
                    <a:pt x="406400" y="119380"/>
                  </a:cubicBezTo>
                  <a:cubicBezTo>
                    <a:pt x="439420" y="119380"/>
                    <a:pt x="466090" y="92710"/>
                    <a:pt x="466090" y="59690"/>
                  </a:cubicBezTo>
                  <a:cubicBezTo>
                    <a:pt x="466090" y="26670"/>
                    <a:pt x="439420" y="0"/>
                    <a:pt x="406400" y="0"/>
                  </a:cubicBezTo>
                  <a:close/>
                  <a:moveTo>
                    <a:pt x="751840" y="0"/>
                  </a:moveTo>
                  <a:cubicBezTo>
                    <a:pt x="718820" y="0"/>
                    <a:pt x="692150" y="26670"/>
                    <a:pt x="692150" y="59690"/>
                  </a:cubicBezTo>
                  <a:cubicBezTo>
                    <a:pt x="692150" y="92710"/>
                    <a:pt x="718820" y="119380"/>
                    <a:pt x="751840" y="119380"/>
                  </a:cubicBezTo>
                  <a:cubicBezTo>
                    <a:pt x="784860" y="119380"/>
                    <a:pt x="811530" y="92710"/>
                    <a:pt x="811530" y="59690"/>
                  </a:cubicBezTo>
                  <a:cubicBezTo>
                    <a:pt x="811530" y="26670"/>
                    <a:pt x="784860" y="0"/>
                    <a:pt x="7518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4114800" y="438150"/>
              <a:ext cx="269240" cy="5532120"/>
            </a:xfrm>
            <a:custGeom>
              <a:avLst/>
              <a:gdLst/>
              <a:ahLst/>
              <a:cxnLst/>
              <a:rect r="r" b="b" t="t" l="l"/>
              <a:pathLst>
                <a:path h="5532120" w="269240">
                  <a:moveTo>
                    <a:pt x="269240" y="5532120"/>
                  </a:moveTo>
                  <a:lnTo>
                    <a:pt x="0" y="5532120"/>
                  </a:lnTo>
                  <a:lnTo>
                    <a:pt x="0" y="0"/>
                  </a:lnTo>
                  <a:lnTo>
                    <a:pt x="269240" y="0"/>
                  </a:lnTo>
                  <a:lnTo>
                    <a:pt x="269240" y="5532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34840" cy="6338570"/>
            </a:xfrm>
            <a:custGeom>
              <a:avLst/>
              <a:gdLst/>
              <a:ahLst/>
              <a:cxnLst/>
              <a:rect r="r" b="b" t="t" l="l"/>
              <a:pathLst>
                <a:path h="6338570" w="4434840">
                  <a:moveTo>
                    <a:pt x="4147820" y="5826760"/>
                  </a:moveTo>
                  <a:lnTo>
                    <a:pt x="4182110" y="5788660"/>
                  </a:lnTo>
                  <a:lnTo>
                    <a:pt x="4250690" y="5849620"/>
                  </a:lnTo>
                  <a:lnTo>
                    <a:pt x="4319270" y="5788660"/>
                  </a:lnTo>
                  <a:lnTo>
                    <a:pt x="4353560" y="5826760"/>
                  </a:lnTo>
                  <a:lnTo>
                    <a:pt x="4251960" y="5919470"/>
                  </a:lnTo>
                  <a:lnTo>
                    <a:pt x="4147820" y="5826760"/>
                  </a:lnTo>
                  <a:close/>
                  <a:moveTo>
                    <a:pt x="4182110" y="5567680"/>
                  </a:moveTo>
                  <a:lnTo>
                    <a:pt x="4250690" y="5506720"/>
                  </a:lnTo>
                  <a:lnTo>
                    <a:pt x="4319270" y="5567680"/>
                  </a:lnTo>
                  <a:lnTo>
                    <a:pt x="4353560" y="5529580"/>
                  </a:lnTo>
                  <a:lnTo>
                    <a:pt x="4251960" y="5436870"/>
                  </a:lnTo>
                  <a:lnTo>
                    <a:pt x="4150360" y="5529580"/>
                  </a:lnTo>
                  <a:lnTo>
                    <a:pt x="4182110" y="5567680"/>
                  </a:lnTo>
                  <a:close/>
                  <a:moveTo>
                    <a:pt x="4434840" y="0"/>
                  </a:moveTo>
                  <a:lnTo>
                    <a:pt x="4434840" y="387350"/>
                  </a:lnTo>
                  <a:lnTo>
                    <a:pt x="4434840" y="438150"/>
                  </a:lnTo>
                  <a:lnTo>
                    <a:pt x="4434840" y="5351780"/>
                  </a:lnTo>
                  <a:lnTo>
                    <a:pt x="4434840" y="5403850"/>
                  </a:lnTo>
                  <a:lnTo>
                    <a:pt x="4434840" y="5660390"/>
                  </a:lnTo>
                  <a:lnTo>
                    <a:pt x="4434840" y="5721350"/>
                  </a:lnTo>
                  <a:lnTo>
                    <a:pt x="4434840" y="5969000"/>
                  </a:lnTo>
                  <a:lnTo>
                    <a:pt x="4434840" y="6029960"/>
                  </a:lnTo>
                  <a:lnTo>
                    <a:pt x="4434840" y="6338570"/>
                  </a:lnTo>
                  <a:lnTo>
                    <a:pt x="4064000" y="6338570"/>
                  </a:lnTo>
                  <a:lnTo>
                    <a:pt x="4064000" y="6338570"/>
                  </a:lnTo>
                  <a:lnTo>
                    <a:pt x="0" y="6338570"/>
                  </a:lnTo>
                  <a:lnTo>
                    <a:pt x="0" y="436880"/>
                  </a:lnTo>
                  <a:lnTo>
                    <a:pt x="0" y="436880"/>
                  </a:lnTo>
                  <a:lnTo>
                    <a:pt x="0" y="0"/>
                  </a:lnTo>
                  <a:lnTo>
                    <a:pt x="4434840" y="0"/>
                  </a:lnTo>
                  <a:close/>
                  <a:moveTo>
                    <a:pt x="50800" y="386080"/>
                  </a:moveTo>
                  <a:lnTo>
                    <a:pt x="4384040" y="386080"/>
                  </a:lnTo>
                  <a:lnTo>
                    <a:pt x="4384040" y="50800"/>
                  </a:lnTo>
                  <a:lnTo>
                    <a:pt x="50800" y="50800"/>
                  </a:lnTo>
                  <a:lnTo>
                    <a:pt x="50800" y="386080"/>
                  </a:lnTo>
                  <a:close/>
                  <a:moveTo>
                    <a:pt x="4064000" y="6031230"/>
                  </a:moveTo>
                  <a:lnTo>
                    <a:pt x="4064000" y="5970270"/>
                  </a:lnTo>
                  <a:lnTo>
                    <a:pt x="4064000" y="5722620"/>
                  </a:lnTo>
                  <a:lnTo>
                    <a:pt x="4064000" y="5661660"/>
                  </a:lnTo>
                  <a:lnTo>
                    <a:pt x="4064000" y="5405120"/>
                  </a:lnTo>
                  <a:lnTo>
                    <a:pt x="4064000" y="5353050"/>
                  </a:lnTo>
                  <a:lnTo>
                    <a:pt x="4064000" y="436880"/>
                  </a:lnTo>
                  <a:lnTo>
                    <a:pt x="50800" y="436880"/>
                  </a:lnTo>
                  <a:lnTo>
                    <a:pt x="50800" y="6289040"/>
                  </a:lnTo>
                  <a:lnTo>
                    <a:pt x="4064000" y="6289040"/>
                  </a:lnTo>
                  <a:lnTo>
                    <a:pt x="4064000" y="6031230"/>
                  </a:lnTo>
                  <a:close/>
                  <a:moveTo>
                    <a:pt x="4384040" y="5403850"/>
                  </a:moveTo>
                  <a:lnTo>
                    <a:pt x="4114800" y="5403850"/>
                  </a:lnTo>
                  <a:lnTo>
                    <a:pt x="4114800" y="5660390"/>
                  </a:lnTo>
                  <a:lnTo>
                    <a:pt x="4384040" y="5660390"/>
                  </a:lnTo>
                  <a:lnTo>
                    <a:pt x="4384040" y="5403850"/>
                  </a:lnTo>
                  <a:close/>
                  <a:moveTo>
                    <a:pt x="4114800" y="5721350"/>
                  </a:moveTo>
                  <a:lnTo>
                    <a:pt x="4114800" y="5969000"/>
                  </a:lnTo>
                  <a:lnTo>
                    <a:pt x="4384040" y="5969000"/>
                  </a:lnTo>
                  <a:lnTo>
                    <a:pt x="4384040" y="5721350"/>
                  </a:lnTo>
                  <a:lnTo>
                    <a:pt x="4114800" y="5721350"/>
                  </a:lnTo>
                  <a:close/>
                  <a:moveTo>
                    <a:pt x="4384040" y="6031230"/>
                  </a:moveTo>
                  <a:lnTo>
                    <a:pt x="4114800" y="6031230"/>
                  </a:lnTo>
                  <a:lnTo>
                    <a:pt x="4114800" y="6289040"/>
                  </a:lnTo>
                  <a:lnTo>
                    <a:pt x="4384040" y="6289040"/>
                  </a:lnTo>
                  <a:lnTo>
                    <a:pt x="4384040" y="6031230"/>
                  </a:lnTo>
                  <a:close/>
                  <a:moveTo>
                    <a:pt x="4384040" y="5351780"/>
                  </a:moveTo>
                  <a:lnTo>
                    <a:pt x="4384040" y="438150"/>
                  </a:lnTo>
                  <a:lnTo>
                    <a:pt x="4114800" y="438150"/>
                  </a:lnTo>
                  <a:lnTo>
                    <a:pt x="4114800" y="5351780"/>
                  </a:lnTo>
                  <a:lnTo>
                    <a:pt x="4384040" y="5351780"/>
                  </a:lnTo>
                  <a:close/>
                  <a:moveTo>
                    <a:pt x="367030" y="224790"/>
                  </a:moveTo>
                  <a:cubicBezTo>
                    <a:pt x="367030" y="285750"/>
                    <a:pt x="317500" y="335280"/>
                    <a:pt x="256540" y="335280"/>
                  </a:cubicBezTo>
                  <a:cubicBezTo>
                    <a:pt x="195580" y="335280"/>
                    <a:pt x="146050" y="285750"/>
                    <a:pt x="146050" y="224790"/>
                  </a:cubicBezTo>
                  <a:cubicBezTo>
                    <a:pt x="146050" y="163830"/>
                    <a:pt x="195580" y="114300"/>
                    <a:pt x="256540" y="114300"/>
                  </a:cubicBezTo>
                  <a:cubicBezTo>
                    <a:pt x="317500" y="114300"/>
                    <a:pt x="367030" y="163830"/>
                    <a:pt x="367030" y="224790"/>
                  </a:cubicBezTo>
                  <a:close/>
                  <a:moveTo>
                    <a:pt x="316230" y="224790"/>
                  </a:moveTo>
                  <a:cubicBezTo>
                    <a:pt x="316230" y="191770"/>
                    <a:pt x="289560" y="165100"/>
                    <a:pt x="256540" y="165100"/>
                  </a:cubicBezTo>
                  <a:cubicBezTo>
                    <a:pt x="223520" y="165100"/>
                    <a:pt x="196850" y="191770"/>
                    <a:pt x="196850" y="224790"/>
                  </a:cubicBezTo>
                  <a:cubicBezTo>
                    <a:pt x="196850" y="257810"/>
                    <a:pt x="223520" y="284480"/>
                    <a:pt x="256540" y="284480"/>
                  </a:cubicBezTo>
                  <a:cubicBezTo>
                    <a:pt x="289560" y="285750"/>
                    <a:pt x="316230" y="257810"/>
                    <a:pt x="316230" y="224790"/>
                  </a:cubicBezTo>
                  <a:close/>
                  <a:moveTo>
                    <a:pt x="713740" y="224790"/>
                  </a:moveTo>
                  <a:cubicBezTo>
                    <a:pt x="713740" y="285750"/>
                    <a:pt x="664210" y="335280"/>
                    <a:pt x="603250" y="335280"/>
                  </a:cubicBezTo>
                  <a:cubicBezTo>
                    <a:pt x="542290" y="335280"/>
                    <a:pt x="492760" y="285750"/>
                    <a:pt x="492760" y="224790"/>
                  </a:cubicBezTo>
                  <a:cubicBezTo>
                    <a:pt x="492760" y="163830"/>
                    <a:pt x="541020" y="114300"/>
                    <a:pt x="603250" y="114300"/>
                  </a:cubicBezTo>
                  <a:cubicBezTo>
                    <a:pt x="664210" y="114300"/>
                    <a:pt x="713740" y="163830"/>
                    <a:pt x="713740" y="224790"/>
                  </a:cubicBezTo>
                  <a:close/>
                  <a:moveTo>
                    <a:pt x="662940" y="224790"/>
                  </a:moveTo>
                  <a:cubicBezTo>
                    <a:pt x="662940" y="191770"/>
                    <a:pt x="636270" y="165100"/>
                    <a:pt x="603250" y="165100"/>
                  </a:cubicBezTo>
                  <a:cubicBezTo>
                    <a:pt x="570230" y="165100"/>
                    <a:pt x="543560" y="191770"/>
                    <a:pt x="543560" y="224790"/>
                  </a:cubicBezTo>
                  <a:cubicBezTo>
                    <a:pt x="543560" y="257810"/>
                    <a:pt x="570230" y="284480"/>
                    <a:pt x="603250" y="284480"/>
                  </a:cubicBezTo>
                  <a:cubicBezTo>
                    <a:pt x="636270" y="285750"/>
                    <a:pt x="662940" y="257810"/>
                    <a:pt x="662940" y="224790"/>
                  </a:cubicBezTo>
                  <a:close/>
                  <a:moveTo>
                    <a:pt x="1060450" y="224790"/>
                  </a:moveTo>
                  <a:cubicBezTo>
                    <a:pt x="1060450" y="285750"/>
                    <a:pt x="1010920" y="335280"/>
                    <a:pt x="949960" y="335280"/>
                  </a:cubicBezTo>
                  <a:cubicBezTo>
                    <a:pt x="889000" y="335280"/>
                    <a:pt x="839470" y="285750"/>
                    <a:pt x="839470" y="224790"/>
                  </a:cubicBezTo>
                  <a:cubicBezTo>
                    <a:pt x="839470" y="163830"/>
                    <a:pt x="887730" y="114300"/>
                    <a:pt x="948690" y="114300"/>
                  </a:cubicBezTo>
                  <a:cubicBezTo>
                    <a:pt x="1009650" y="114300"/>
                    <a:pt x="1060450" y="163830"/>
                    <a:pt x="1060450" y="224790"/>
                  </a:cubicBezTo>
                  <a:close/>
                  <a:moveTo>
                    <a:pt x="1009650" y="224790"/>
                  </a:moveTo>
                  <a:cubicBezTo>
                    <a:pt x="1009650" y="191770"/>
                    <a:pt x="982980" y="165100"/>
                    <a:pt x="949960" y="165100"/>
                  </a:cubicBezTo>
                  <a:cubicBezTo>
                    <a:pt x="916940" y="165100"/>
                    <a:pt x="890270" y="191770"/>
                    <a:pt x="890270" y="224790"/>
                  </a:cubicBezTo>
                  <a:cubicBezTo>
                    <a:pt x="890270" y="257810"/>
                    <a:pt x="916940" y="284480"/>
                    <a:pt x="949960" y="284480"/>
                  </a:cubicBezTo>
                  <a:cubicBezTo>
                    <a:pt x="981710" y="285750"/>
                    <a:pt x="1009650" y="257810"/>
                    <a:pt x="1009650" y="224790"/>
                  </a:cubicBezTo>
                  <a:close/>
                  <a:moveTo>
                    <a:pt x="1207770" y="304800"/>
                  </a:moveTo>
                  <a:lnTo>
                    <a:pt x="4263390" y="304800"/>
                  </a:lnTo>
                  <a:lnTo>
                    <a:pt x="4263390" y="254000"/>
                  </a:lnTo>
                  <a:lnTo>
                    <a:pt x="1207770" y="254000"/>
                  </a:lnTo>
                  <a:lnTo>
                    <a:pt x="1207770" y="304800"/>
                  </a:lnTo>
                  <a:close/>
                  <a:moveTo>
                    <a:pt x="1207770" y="177800"/>
                  </a:moveTo>
                  <a:lnTo>
                    <a:pt x="4263390" y="177800"/>
                  </a:lnTo>
                  <a:lnTo>
                    <a:pt x="4263390" y="127000"/>
                  </a:lnTo>
                  <a:lnTo>
                    <a:pt x="1207770" y="127000"/>
                  </a:lnTo>
                  <a:lnTo>
                    <a:pt x="1207770" y="177800"/>
                  </a:lnTo>
                  <a:close/>
                </a:path>
              </a:pathLst>
            </a:custGeom>
            <a:solidFill>
              <a:srgbClr val="59575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992999" y="2303959"/>
            <a:ext cx="1117580" cy="279530"/>
            <a:chOff x="0" y="0"/>
            <a:chExt cx="1490106" cy="37270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597964" y="0"/>
              <a:ext cx="401915" cy="372706"/>
              <a:chOff x="0" y="0"/>
              <a:chExt cx="87243" cy="8090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595757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4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35" id="35"/>
            <p:cNvSpPr/>
            <p:nvPr/>
          </p:nvSpPr>
          <p:spPr>
            <a:xfrm rot="-71610">
              <a:off x="438" y="135950"/>
              <a:ext cx="401445" cy="0"/>
            </a:xfrm>
            <a:prstGeom prst="line">
              <a:avLst/>
            </a:prstGeom>
            <a:ln cap="flat" w="46228">
              <a:solidFill>
                <a:srgbClr val="59575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 rot="7520344">
              <a:off x="1126321" y="162033"/>
              <a:ext cx="422402" cy="0"/>
            </a:xfrm>
            <a:prstGeom prst="line">
              <a:avLst/>
            </a:prstGeom>
            <a:ln cap="flat" w="46228">
              <a:solidFill>
                <a:srgbClr val="59575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 rot="3162877">
              <a:off x="1131613" y="162033"/>
              <a:ext cx="422402" cy="0"/>
            </a:xfrm>
            <a:prstGeom prst="line">
              <a:avLst/>
            </a:prstGeom>
            <a:ln cap="flat" w="46228">
              <a:solidFill>
                <a:srgbClr val="595757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3222506" y="2228212"/>
            <a:ext cx="706677" cy="710553"/>
          </a:xfrm>
          <a:custGeom>
            <a:avLst/>
            <a:gdLst/>
            <a:ahLst/>
            <a:cxnLst/>
            <a:rect r="r" b="b" t="t" l="l"/>
            <a:pathLst>
              <a:path h="710553" w="706677">
                <a:moveTo>
                  <a:pt x="0" y="0"/>
                </a:moveTo>
                <a:lnTo>
                  <a:pt x="706677" y="0"/>
                </a:lnTo>
                <a:lnTo>
                  <a:pt x="706677" y="710553"/>
                </a:lnTo>
                <a:lnTo>
                  <a:pt x="0" y="7105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934664" y="2313937"/>
            <a:ext cx="6421183" cy="76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3"/>
              </a:lnSpc>
              <a:spcBef>
                <a:spcPct val="0"/>
              </a:spcBef>
            </a:pPr>
            <a:r>
              <a:rPr lang="en-US" sz="5595" u="none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La interfaz gráfica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8704" y="7026293"/>
            <a:ext cx="19526405" cy="3559395"/>
            <a:chOff x="0" y="0"/>
            <a:chExt cx="26035207" cy="4745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45718" y="1481009"/>
            <a:ext cx="14396564" cy="7324981"/>
            <a:chOff x="0" y="0"/>
            <a:chExt cx="19195418" cy="976664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9195418" cy="9766641"/>
              <a:chOff x="0" y="0"/>
              <a:chExt cx="4678867" cy="238061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678868" cy="2380611"/>
              </a:xfrm>
              <a:custGeom>
                <a:avLst/>
                <a:gdLst/>
                <a:ahLst/>
                <a:cxnLst/>
                <a:rect r="r" b="b" t="t" l="l"/>
                <a:pathLst>
                  <a:path h="2380611" w="4678868">
                    <a:moveTo>
                      <a:pt x="19146" y="0"/>
                    </a:moveTo>
                    <a:lnTo>
                      <a:pt x="4659721" y="0"/>
                    </a:lnTo>
                    <a:cubicBezTo>
                      <a:pt x="4670296" y="0"/>
                      <a:pt x="4678868" y="8572"/>
                      <a:pt x="4678868" y="19146"/>
                    </a:cubicBezTo>
                    <a:lnTo>
                      <a:pt x="4678868" y="2361465"/>
                    </a:lnTo>
                    <a:cubicBezTo>
                      <a:pt x="4678868" y="2366543"/>
                      <a:pt x="4676850" y="2371413"/>
                      <a:pt x="4673260" y="2375003"/>
                    </a:cubicBezTo>
                    <a:cubicBezTo>
                      <a:pt x="4669669" y="2378594"/>
                      <a:pt x="4664799" y="2380611"/>
                      <a:pt x="4659721" y="2380611"/>
                    </a:cubicBezTo>
                    <a:lnTo>
                      <a:pt x="19146" y="2380611"/>
                    </a:lnTo>
                    <a:cubicBezTo>
                      <a:pt x="14068" y="2380611"/>
                      <a:pt x="9198" y="2378594"/>
                      <a:pt x="5608" y="2375003"/>
                    </a:cubicBezTo>
                    <a:cubicBezTo>
                      <a:pt x="2017" y="2371413"/>
                      <a:pt x="0" y="2366543"/>
                      <a:pt x="0" y="2361465"/>
                    </a:cubicBezTo>
                    <a:lnTo>
                      <a:pt x="0" y="19146"/>
                    </a:lnTo>
                    <a:cubicBezTo>
                      <a:pt x="0" y="14068"/>
                      <a:pt x="2017" y="9198"/>
                      <a:pt x="5608" y="5608"/>
                    </a:cubicBezTo>
                    <a:cubicBezTo>
                      <a:pt x="9198" y="2017"/>
                      <a:pt x="14068" y="0"/>
                      <a:pt x="191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rnd">
                <a:solidFill>
                  <a:srgbClr val="727070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678867" cy="24187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367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 rot="0">
              <a:off x="68267" y="3425588"/>
              <a:ext cx="19072085" cy="0"/>
            </a:xfrm>
            <a:prstGeom prst="line">
              <a:avLst/>
            </a:prstGeom>
            <a:ln cap="flat" w="45216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4800500" y="1883614"/>
            <a:ext cx="995250" cy="248933"/>
            <a:chOff x="0" y="0"/>
            <a:chExt cx="1327001" cy="33191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532511" y="0"/>
              <a:ext cx="357922" cy="331910"/>
              <a:chOff x="0" y="0"/>
              <a:chExt cx="87243" cy="8090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7243" cy="119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5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5" id="15"/>
            <p:cNvSpPr/>
            <p:nvPr/>
          </p:nvSpPr>
          <p:spPr>
            <a:xfrm rot="-71610">
              <a:off x="390" y="121069"/>
              <a:ext cx="357504" cy="0"/>
            </a:xfrm>
            <a:prstGeom prst="line">
              <a:avLst/>
            </a:prstGeom>
            <a:ln cap="flat" w="41168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 rot="7520344">
              <a:off x="1003035" y="144297"/>
              <a:ext cx="376166" cy="0"/>
            </a:xfrm>
            <a:prstGeom prst="line">
              <a:avLst/>
            </a:prstGeom>
            <a:ln cap="flat" w="41168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rot="3162877">
              <a:off x="1007747" y="144297"/>
              <a:ext cx="376166" cy="0"/>
            </a:xfrm>
            <a:prstGeom prst="line">
              <a:avLst/>
            </a:prstGeom>
            <a:ln cap="flat" w="41168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931654" y="4811266"/>
            <a:ext cx="8877294" cy="2044987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17705" y="3902588"/>
            <a:ext cx="9044676" cy="2072884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31796" y="5703401"/>
            <a:ext cx="8875588" cy="2044703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935945" y="6599543"/>
            <a:ext cx="8825801" cy="2036405"/>
          </a:xfrm>
          <a:prstGeom prst="rect">
            <a:avLst/>
          </a:prstGeom>
        </p:spPr>
      </p:pic>
      <p:sp>
        <p:nvSpPr>
          <p:cNvPr name="Freeform 22" id="22"/>
          <p:cNvSpPr/>
          <p:nvPr/>
        </p:nvSpPr>
        <p:spPr>
          <a:xfrm flipH="false" flipV="false" rot="0">
            <a:off x="2616319" y="2345992"/>
            <a:ext cx="1552728" cy="1188543"/>
          </a:xfrm>
          <a:custGeom>
            <a:avLst/>
            <a:gdLst/>
            <a:ahLst/>
            <a:cxnLst/>
            <a:rect r="r" b="b" t="t" l="l"/>
            <a:pathLst>
              <a:path h="1188543" w="1552728">
                <a:moveTo>
                  <a:pt x="0" y="0"/>
                </a:moveTo>
                <a:lnTo>
                  <a:pt x="1552728" y="0"/>
                </a:lnTo>
                <a:lnTo>
                  <a:pt x="1552728" y="1188543"/>
                </a:lnTo>
                <a:lnTo>
                  <a:pt x="0" y="11885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141908" y="4703936"/>
            <a:ext cx="4247764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904">
                <a:solidFill>
                  <a:srgbClr val="595757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Funcionalidad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41908" y="5598666"/>
            <a:ext cx="4247764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904">
                <a:solidFill>
                  <a:srgbClr val="595757"/>
                </a:solidFill>
                <a:latin typeface="Poppins Bold"/>
                <a:ea typeface="Poppins Bold"/>
                <a:cs typeface="Poppins Bold"/>
                <a:sym typeface="Poppins Bold"/>
              </a:rPr>
              <a:t>Redundancia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41908" y="7508823"/>
            <a:ext cx="3637810" cy="73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904">
                <a:solidFill>
                  <a:srgbClr val="595757"/>
                </a:solidFill>
                <a:latin typeface="Poppins Bold"/>
                <a:ea typeface="Poppins Bold"/>
                <a:cs typeface="Poppins Bold"/>
                <a:sym typeface="Poppins Bold"/>
              </a:rPr>
              <a:t>Recuperación tras un fallo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41908" y="6553744"/>
            <a:ext cx="4247764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904">
                <a:solidFill>
                  <a:srgbClr val="595757"/>
                </a:solidFill>
                <a:latin typeface="Poppins Bold"/>
                <a:ea typeface="Poppins Bold"/>
                <a:cs typeface="Poppins Bold"/>
                <a:sym typeface="Poppins Bold"/>
              </a:rPr>
              <a:t>Tolerancia a fallos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94127" y="2256372"/>
            <a:ext cx="7609231" cy="101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6"/>
              </a:lnSpc>
            </a:pPr>
            <a:r>
              <a:rPr lang="en-US" sz="7511">
                <a:solidFill>
                  <a:srgbClr val="3954A3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728347" y="3168910"/>
            <a:ext cx="11219223" cy="50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3"/>
              </a:lnSpc>
            </a:pPr>
            <a:r>
              <a:rPr lang="en-US" sz="3734">
                <a:solidFill>
                  <a:srgbClr val="595757"/>
                </a:solidFill>
                <a:latin typeface="Poppins"/>
                <a:ea typeface="Poppins"/>
                <a:cs typeface="Poppins"/>
                <a:sym typeface="Poppins"/>
              </a:rPr>
              <a:t>EFICACIA DEL SISTEMA DE CONTROL REDUNDANTE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6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7698" y="3649522"/>
            <a:ext cx="7490027" cy="3810931"/>
            <a:chOff x="0" y="0"/>
            <a:chExt cx="9986703" cy="508124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9403750" y="511207"/>
              <a:ext cx="186214" cy="172681"/>
              <a:chOff x="0" y="0"/>
              <a:chExt cx="87243" cy="8090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87243" cy="119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602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" id="6"/>
            <p:cNvSpPr/>
            <p:nvPr/>
          </p:nvSpPr>
          <p:spPr>
            <a:xfrm rot="-71610">
              <a:off x="9126906" y="574195"/>
              <a:ext cx="185997" cy="0"/>
            </a:xfrm>
            <a:prstGeom prst="line">
              <a:avLst/>
            </a:prstGeom>
            <a:ln cap="flat" w="21418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rot="7520344">
              <a:off x="9648547" y="586279"/>
              <a:ext cx="195706" cy="0"/>
            </a:xfrm>
            <a:prstGeom prst="line">
              <a:avLst/>
            </a:prstGeom>
            <a:ln cap="flat" w="21418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rot="3162877">
              <a:off x="9650999" y="586279"/>
              <a:ext cx="195706" cy="0"/>
            </a:xfrm>
            <a:prstGeom prst="line">
              <a:avLst/>
            </a:prstGeom>
            <a:ln cap="flat" w="21418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0"/>
              <a:ext cx="9986703" cy="5081241"/>
              <a:chOff x="0" y="0"/>
              <a:chExt cx="4678867" cy="238061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678868" cy="2380611"/>
              </a:xfrm>
              <a:custGeom>
                <a:avLst/>
                <a:gdLst/>
                <a:ahLst/>
                <a:cxnLst/>
                <a:rect r="r" b="b" t="t" l="l"/>
                <a:pathLst>
                  <a:path h="2380611" w="4678868">
                    <a:moveTo>
                      <a:pt x="17432" y="0"/>
                    </a:moveTo>
                    <a:lnTo>
                      <a:pt x="4661436" y="0"/>
                    </a:lnTo>
                    <a:cubicBezTo>
                      <a:pt x="4671063" y="0"/>
                      <a:pt x="4678868" y="7804"/>
                      <a:pt x="4678868" y="17432"/>
                    </a:cubicBezTo>
                    <a:lnTo>
                      <a:pt x="4678868" y="2363179"/>
                    </a:lnTo>
                    <a:cubicBezTo>
                      <a:pt x="4678868" y="2372807"/>
                      <a:pt x="4671063" y="2380611"/>
                      <a:pt x="4661436" y="2380611"/>
                    </a:cubicBezTo>
                    <a:lnTo>
                      <a:pt x="17432" y="2380611"/>
                    </a:lnTo>
                    <a:cubicBezTo>
                      <a:pt x="12809" y="2380611"/>
                      <a:pt x="8375" y="2378774"/>
                      <a:pt x="5106" y="2375505"/>
                    </a:cubicBezTo>
                    <a:cubicBezTo>
                      <a:pt x="1837" y="2372236"/>
                      <a:pt x="0" y="2367802"/>
                      <a:pt x="0" y="2363179"/>
                    </a:cubicBezTo>
                    <a:lnTo>
                      <a:pt x="0" y="17432"/>
                    </a:lnTo>
                    <a:cubicBezTo>
                      <a:pt x="0" y="7804"/>
                      <a:pt x="7804" y="0"/>
                      <a:pt x="17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rnd">
                <a:solidFill>
                  <a:srgbClr val="72707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678867" cy="2418711"/>
              </a:xfrm>
              <a:prstGeom prst="rect">
                <a:avLst/>
              </a:prstGeom>
            </p:spPr>
            <p:txBody>
              <a:bodyPr anchor="ctr" rtlCol="false" tIns="55796" lIns="55796" bIns="55796" rIns="55796"/>
              <a:lstStyle/>
              <a:p>
                <a:pPr algn="ctr" marL="0" indent="0" lvl="0">
                  <a:lnSpc>
                    <a:spcPts val="17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2" id="12"/>
            <p:cNvSpPr/>
            <p:nvPr/>
          </p:nvSpPr>
          <p:spPr>
            <a:xfrm rot="0">
              <a:off x="64166" y="1099755"/>
              <a:ext cx="9922537" cy="0"/>
            </a:xfrm>
            <a:prstGeom prst="line">
              <a:avLst/>
            </a:prstGeom>
            <a:ln cap="flat" w="21418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" id="13"/>
            <p:cNvGrpSpPr/>
            <p:nvPr/>
          </p:nvGrpSpPr>
          <p:grpSpPr>
            <a:xfrm rot="0">
              <a:off x="8709458" y="522897"/>
              <a:ext cx="348647" cy="323309"/>
              <a:chOff x="0" y="0"/>
              <a:chExt cx="87243" cy="809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95112" lIns="95112" bIns="95112" rIns="95112"/>
              <a:lstStyle/>
              <a:p>
                <a:pPr algn="ctr" marL="0" indent="0" lvl="0">
                  <a:lnSpc>
                    <a:spcPts val="299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6" id="16"/>
            <p:cNvSpPr/>
            <p:nvPr/>
          </p:nvSpPr>
          <p:spPr>
            <a:xfrm rot="-71610">
              <a:off x="8191125" y="640828"/>
              <a:ext cx="348240" cy="0"/>
            </a:xfrm>
            <a:prstGeom prst="line">
              <a:avLst/>
            </a:prstGeom>
            <a:ln cap="flat" w="42836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rot="7520344">
              <a:off x="9167789" y="663454"/>
              <a:ext cx="366419" cy="0"/>
            </a:xfrm>
            <a:prstGeom prst="line">
              <a:avLst/>
            </a:prstGeom>
            <a:ln cap="flat" w="42836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rot="3162877">
              <a:off x="9172379" y="663454"/>
              <a:ext cx="366419" cy="0"/>
            </a:xfrm>
            <a:prstGeom prst="line">
              <a:avLst/>
            </a:prstGeom>
            <a:ln cap="flat" w="42836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948090" y="5988869"/>
            <a:ext cx="19526405" cy="3559395"/>
            <a:chOff x="0" y="0"/>
            <a:chExt cx="26035207" cy="47458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4493791" y="605227"/>
            <a:ext cx="3050523" cy="1719385"/>
          </a:xfrm>
          <a:custGeom>
            <a:avLst/>
            <a:gdLst/>
            <a:ahLst/>
            <a:cxnLst/>
            <a:rect r="r" b="b" t="t" l="l"/>
            <a:pathLst>
              <a:path h="1719385" w="3050523">
                <a:moveTo>
                  <a:pt x="0" y="0"/>
                </a:moveTo>
                <a:lnTo>
                  <a:pt x="3050522" y="0"/>
                </a:lnTo>
                <a:lnTo>
                  <a:pt x="3050522" y="1719385"/>
                </a:lnTo>
                <a:lnTo>
                  <a:pt x="0" y="17193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1272" t="0" r="0" b="-1775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43687" y="7768566"/>
            <a:ext cx="3050523" cy="1719385"/>
          </a:xfrm>
          <a:custGeom>
            <a:avLst/>
            <a:gdLst/>
            <a:ahLst/>
            <a:cxnLst/>
            <a:rect r="r" b="b" t="t" l="l"/>
            <a:pathLst>
              <a:path h="1719385" w="3050523">
                <a:moveTo>
                  <a:pt x="0" y="0"/>
                </a:moveTo>
                <a:lnTo>
                  <a:pt x="3050522" y="0"/>
                </a:lnTo>
                <a:lnTo>
                  <a:pt x="3050522" y="1719385"/>
                </a:lnTo>
                <a:lnTo>
                  <a:pt x="0" y="17193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1272" t="0" r="0" b="-17751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-5968993" y="544915"/>
            <a:ext cx="19526405" cy="3559395"/>
            <a:chOff x="0" y="0"/>
            <a:chExt cx="26035207" cy="47458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8657417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2" y="0"/>
                  </a:lnTo>
                  <a:lnTo>
                    <a:pt x="8719202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7316004" y="0"/>
              <a:ext cx="8719203" cy="4745860"/>
            </a:xfrm>
            <a:custGeom>
              <a:avLst/>
              <a:gdLst/>
              <a:ahLst/>
              <a:cxnLst/>
              <a:rect r="r" b="b" t="t" l="l"/>
              <a:pathLst>
                <a:path h="4745860" w="8719203">
                  <a:moveTo>
                    <a:pt x="0" y="0"/>
                  </a:moveTo>
                  <a:lnTo>
                    <a:pt x="8719203" y="0"/>
                  </a:lnTo>
                  <a:lnTo>
                    <a:pt x="8719203" y="4745860"/>
                  </a:lnTo>
                  <a:lnTo>
                    <a:pt x="0" y="4745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8372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-1191088" y="6417494"/>
            <a:ext cx="7074491" cy="3599506"/>
            <a:chOff x="0" y="0"/>
            <a:chExt cx="9432655" cy="479934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8882044" y="482846"/>
              <a:ext cx="175883" cy="163101"/>
              <a:chOff x="0" y="0"/>
              <a:chExt cx="87243" cy="8090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87243" cy="119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602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33" id="33"/>
            <p:cNvSpPr/>
            <p:nvPr/>
          </p:nvSpPr>
          <p:spPr>
            <a:xfrm rot="-71610">
              <a:off x="8620559" y="542339"/>
              <a:ext cx="175678" cy="0"/>
            </a:xfrm>
            <a:prstGeom prst="line">
              <a:avLst/>
            </a:prstGeom>
            <a:ln cap="flat" w="2023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 rot="7520344">
              <a:off x="9113260" y="553753"/>
              <a:ext cx="184849" cy="0"/>
            </a:xfrm>
            <a:prstGeom prst="line">
              <a:avLst/>
            </a:prstGeom>
            <a:ln cap="flat" w="2023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 rot="3162877">
              <a:off x="9115575" y="553753"/>
              <a:ext cx="184849" cy="0"/>
            </a:xfrm>
            <a:prstGeom prst="line">
              <a:avLst/>
            </a:prstGeom>
            <a:ln cap="flat" w="2023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6" id="36"/>
            <p:cNvGrpSpPr/>
            <p:nvPr/>
          </p:nvGrpSpPr>
          <p:grpSpPr>
            <a:xfrm rot="0">
              <a:off x="0" y="0"/>
              <a:ext cx="9432655" cy="4799341"/>
              <a:chOff x="0" y="0"/>
              <a:chExt cx="4678867" cy="2380611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678868" cy="2380611"/>
              </a:xfrm>
              <a:custGeom>
                <a:avLst/>
                <a:gdLst/>
                <a:ahLst/>
                <a:cxnLst/>
                <a:rect r="r" b="b" t="t" l="l"/>
                <a:pathLst>
                  <a:path h="2380611" w="4678868">
                    <a:moveTo>
                      <a:pt x="17432" y="0"/>
                    </a:moveTo>
                    <a:lnTo>
                      <a:pt x="4661436" y="0"/>
                    </a:lnTo>
                    <a:cubicBezTo>
                      <a:pt x="4671063" y="0"/>
                      <a:pt x="4678868" y="7804"/>
                      <a:pt x="4678868" y="17432"/>
                    </a:cubicBezTo>
                    <a:lnTo>
                      <a:pt x="4678868" y="2363179"/>
                    </a:lnTo>
                    <a:cubicBezTo>
                      <a:pt x="4678868" y="2372807"/>
                      <a:pt x="4671063" y="2380611"/>
                      <a:pt x="4661436" y="2380611"/>
                    </a:cubicBezTo>
                    <a:lnTo>
                      <a:pt x="17432" y="2380611"/>
                    </a:lnTo>
                    <a:cubicBezTo>
                      <a:pt x="12809" y="2380611"/>
                      <a:pt x="8375" y="2378774"/>
                      <a:pt x="5106" y="2375505"/>
                    </a:cubicBezTo>
                    <a:cubicBezTo>
                      <a:pt x="1837" y="2372236"/>
                      <a:pt x="0" y="2367802"/>
                      <a:pt x="0" y="2363179"/>
                    </a:cubicBezTo>
                    <a:lnTo>
                      <a:pt x="0" y="17432"/>
                    </a:lnTo>
                    <a:cubicBezTo>
                      <a:pt x="0" y="7804"/>
                      <a:pt x="7804" y="0"/>
                      <a:pt x="17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rnd">
                <a:solidFill>
                  <a:srgbClr val="727070"/>
                </a:solidFill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4678867" cy="2418711"/>
              </a:xfrm>
              <a:prstGeom prst="rect">
                <a:avLst/>
              </a:prstGeom>
            </p:spPr>
            <p:txBody>
              <a:bodyPr anchor="ctr" rtlCol="false" tIns="55796" lIns="55796" bIns="55796" rIns="55796"/>
              <a:lstStyle/>
              <a:p>
                <a:pPr algn="ctr" marL="0" indent="0" lvl="0">
                  <a:lnSpc>
                    <a:spcPts val="17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39" id="39"/>
            <p:cNvSpPr/>
            <p:nvPr/>
          </p:nvSpPr>
          <p:spPr>
            <a:xfrm rot="0">
              <a:off x="60606" y="1038742"/>
              <a:ext cx="9372049" cy="0"/>
            </a:xfrm>
            <a:prstGeom prst="line">
              <a:avLst/>
            </a:prstGeom>
            <a:ln cap="flat" w="2023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0" id="40"/>
            <p:cNvGrpSpPr/>
            <p:nvPr/>
          </p:nvGrpSpPr>
          <p:grpSpPr>
            <a:xfrm rot="0">
              <a:off x="8226269" y="493887"/>
              <a:ext cx="329305" cy="305373"/>
              <a:chOff x="0" y="0"/>
              <a:chExt cx="87243" cy="8090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95112" lIns="95112" bIns="95112" rIns="95112"/>
              <a:lstStyle/>
              <a:p>
                <a:pPr algn="ctr" marL="0" indent="0" lvl="0">
                  <a:lnSpc>
                    <a:spcPts val="299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43" id="43"/>
            <p:cNvSpPr/>
            <p:nvPr/>
          </p:nvSpPr>
          <p:spPr>
            <a:xfrm rot="-71610">
              <a:off x="7736693" y="605276"/>
              <a:ext cx="328920" cy="0"/>
            </a:xfrm>
            <a:prstGeom prst="line">
              <a:avLst/>
            </a:prstGeom>
            <a:ln cap="flat" w="4046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 rot="7520344">
              <a:off x="8659173" y="626647"/>
              <a:ext cx="346090" cy="0"/>
            </a:xfrm>
            <a:prstGeom prst="line">
              <a:avLst/>
            </a:prstGeom>
            <a:ln cap="flat" w="4046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rot="3162877">
              <a:off x="8663509" y="626647"/>
              <a:ext cx="346090" cy="0"/>
            </a:xfrm>
            <a:prstGeom prst="line">
              <a:avLst/>
            </a:prstGeom>
            <a:ln cap="flat" w="40460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479090" y="152825"/>
            <a:ext cx="7123166" cy="3624272"/>
            <a:chOff x="0" y="0"/>
            <a:chExt cx="9497555" cy="4832362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8943155" y="486168"/>
              <a:ext cx="177093" cy="164223"/>
              <a:chOff x="0" y="0"/>
              <a:chExt cx="87243" cy="80903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87243" cy="119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602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50" id="50"/>
            <p:cNvSpPr/>
            <p:nvPr/>
          </p:nvSpPr>
          <p:spPr>
            <a:xfrm rot="-71610">
              <a:off x="8679871" y="546071"/>
              <a:ext cx="176886" cy="0"/>
            </a:xfrm>
            <a:prstGeom prst="line">
              <a:avLst/>
            </a:prstGeom>
            <a:ln cap="flat" w="20369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 rot="7520344">
              <a:off x="9175962" y="557563"/>
              <a:ext cx="186120" cy="0"/>
            </a:xfrm>
            <a:prstGeom prst="line">
              <a:avLst/>
            </a:prstGeom>
            <a:ln cap="flat" w="20369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rot="3162877">
              <a:off x="9178294" y="557563"/>
              <a:ext cx="186120" cy="0"/>
            </a:xfrm>
            <a:prstGeom prst="line">
              <a:avLst/>
            </a:prstGeom>
            <a:ln cap="flat" w="20369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3" id="53"/>
            <p:cNvGrpSpPr/>
            <p:nvPr/>
          </p:nvGrpSpPr>
          <p:grpSpPr>
            <a:xfrm rot="0">
              <a:off x="0" y="0"/>
              <a:ext cx="9497555" cy="4832362"/>
              <a:chOff x="0" y="0"/>
              <a:chExt cx="4678867" cy="238061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4678868" cy="2380611"/>
              </a:xfrm>
              <a:custGeom>
                <a:avLst/>
                <a:gdLst/>
                <a:ahLst/>
                <a:cxnLst/>
                <a:rect r="r" b="b" t="t" l="l"/>
                <a:pathLst>
                  <a:path h="2380611" w="4678868">
                    <a:moveTo>
                      <a:pt x="17432" y="0"/>
                    </a:moveTo>
                    <a:lnTo>
                      <a:pt x="4661436" y="0"/>
                    </a:lnTo>
                    <a:cubicBezTo>
                      <a:pt x="4671063" y="0"/>
                      <a:pt x="4678868" y="7804"/>
                      <a:pt x="4678868" y="17432"/>
                    </a:cubicBezTo>
                    <a:lnTo>
                      <a:pt x="4678868" y="2363179"/>
                    </a:lnTo>
                    <a:cubicBezTo>
                      <a:pt x="4678868" y="2372807"/>
                      <a:pt x="4671063" y="2380611"/>
                      <a:pt x="4661436" y="2380611"/>
                    </a:cubicBezTo>
                    <a:lnTo>
                      <a:pt x="17432" y="2380611"/>
                    </a:lnTo>
                    <a:cubicBezTo>
                      <a:pt x="12809" y="2380611"/>
                      <a:pt x="8375" y="2378774"/>
                      <a:pt x="5106" y="2375505"/>
                    </a:cubicBezTo>
                    <a:cubicBezTo>
                      <a:pt x="1837" y="2372236"/>
                      <a:pt x="0" y="2367802"/>
                      <a:pt x="0" y="2363179"/>
                    </a:cubicBezTo>
                    <a:lnTo>
                      <a:pt x="0" y="17432"/>
                    </a:lnTo>
                    <a:cubicBezTo>
                      <a:pt x="0" y="7804"/>
                      <a:pt x="7804" y="0"/>
                      <a:pt x="17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rnd">
                <a:solidFill>
                  <a:srgbClr val="727070"/>
                </a:solidFill>
                <a:prstDash val="solid"/>
                <a:round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4678867" cy="2418711"/>
              </a:xfrm>
              <a:prstGeom prst="rect">
                <a:avLst/>
              </a:prstGeom>
            </p:spPr>
            <p:txBody>
              <a:bodyPr anchor="ctr" rtlCol="false" tIns="55796" lIns="55796" bIns="55796" rIns="55796"/>
              <a:lstStyle/>
              <a:p>
                <a:pPr algn="ctr" marL="0" indent="0" lvl="0">
                  <a:lnSpc>
                    <a:spcPts val="17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56" id="56"/>
            <p:cNvSpPr/>
            <p:nvPr/>
          </p:nvSpPr>
          <p:spPr>
            <a:xfrm rot="0">
              <a:off x="61023" y="1045889"/>
              <a:ext cx="9436532" cy="0"/>
            </a:xfrm>
            <a:prstGeom prst="line">
              <a:avLst/>
            </a:prstGeom>
            <a:ln cap="flat" w="20369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7" id="57"/>
            <p:cNvGrpSpPr/>
            <p:nvPr/>
          </p:nvGrpSpPr>
          <p:grpSpPr>
            <a:xfrm rot="0">
              <a:off x="8282869" y="497285"/>
              <a:ext cx="331570" cy="307474"/>
              <a:chOff x="0" y="0"/>
              <a:chExt cx="87243" cy="8090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95112" lIns="95112" bIns="95112" rIns="95112"/>
              <a:lstStyle/>
              <a:p>
                <a:pPr algn="ctr" marL="0" indent="0" lvl="0">
                  <a:lnSpc>
                    <a:spcPts val="299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0" id="60"/>
            <p:cNvSpPr/>
            <p:nvPr/>
          </p:nvSpPr>
          <p:spPr>
            <a:xfrm rot="-71610">
              <a:off x="7789925" y="609440"/>
              <a:ext cx="331183" cy="0"/>
            </a:xfrm>
            <a:prstGeom prst="line">
              <a:avLst/>
            </a:prstGeom>
            <a:ln cap="flat" w="40738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1" id="61"/>
            <p:cNvSpPr/>
            <p:nvPr/>
          </p:nvSpPr>
          <p:spPr>
            <a:xfrm rot="7520344">
              <a:off x="8718752" y="630958"/>
              <a:ext cx="348472" cy="0"/>
            </a:xfrm>
            <a:prstGeom prst="line">
              <a:avLst/>
            </a:prstGeom>
            <a:ln cap="flat" w="40738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2" id="62"/>
            <p:cNvSpPr/>
            <p:nvPr/>
          </p:nvSpPr>
          <p:spPr>
            <a:xfrm rot="3162877">
              <a:off x="8723117" y="630958"/>
              <a:ext cx="348472" cy="0"/>
            </a:xfrm>
            <a:prstGeom prst="line">
              <a:avLst/>
            </a:prstGeom>
            <a:ln cap="flat" w="40738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3673240" y="4714376"/>
            <a:ext cx="5470760" cy="134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0"/>
              </a:lnSpc>
              <a:spcBef>
                <a:spcPct val="0"/>
              </a:spcBef>
            </a:pPr>
            <a:r>
              <a:rPr lang="en-US" sz="7664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¡GRACIAS!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8627" y="7587591"/>
            <a:ext cx="4727263" cy="134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0"/>
              </a:lnSpc>
              <a:spcBef>
                <a:spcPct val="0"/>
              </a:spcBef>
            </a:pPr>
            <a:r>
              <a:rPr lang="en-US" sz="7664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THANK U!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0591251" y="3056405"/>
            <a:ext cx="7754093" cy="3361088"/>
            <a:chOff x="0" y="0"/>
            <a:chExt cx="10338791" cy="4481451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9735286" y="450864"/>
              <a:ext cx="192779" cy="152298"/>
              <a:chOff x="0" y="0"/>
              <a:chExt cx="87243" cy="68923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7243" cy="68923"/>
              </a:xfrm>
              <a:custGeom>
                <a:avLst/>
                <a:gdLst/>
                <a:ahLst/>
                <a:cxnLst/>
                <a:rect r="r" b="b" t="t" l="l"/>
                <a:pathLst>
                  <a:path h="6892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68923"/>
                    </a:lnTo>
                    <a:lnTo>
                      <a:pt x="0" y="689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38100"/>
                <a:ext cx="87243" cy="1070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602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9" id="69"/>
            <p:cNvSpPr/>
            <p:nvPr/>
          </p:nvSpPr>
          <p:spPr>
            <a:xfrm flipV="true">
              <a:off x="9448702" y="603519"/>
              <a:ext cx="192512" cy="4011"/>
            </a:xfrm>
            <a:prstGeom prst="line">
              <a:avLst/>
            </a:prstGeom>
            <a:ln cap="flat" w="22173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0" id="70"/>
            <p:cNvSpPr/>
            <p:nvPr/>
          </p:nvSpPr>
          <p:spPr>
            <a:xfrm flipH="true">
              <a:off x="10031421" y="535977"/>
              <a:ext cx="117190" cy="165274"/>
            </a:xfrm>
            <a:prstGeom prst="line">
              <a:avLst/>
            </a:prstGeom>
            <a:ln cap="flat" w="22173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1" id="71"/>
            <p:cNvSpPr/>
            <p:nvPr/>
          </p:nvSpPr>
          <p:spPr>
            <a:xfrm>
              <a:off x="10031186" y="538015"/>
              <a:ext cx="122736" cy="161199"/>
            </a:xfrm>
            <a:prstGeom prst="line">
              <a:avLst/>
            </a:prstGeom>
            <a:ln cap="flat" w="22173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2" id="72"/>
            <p:cNvGrpSpPr/>
            <p:nvPr/>
          </p:nvGrpSpPr>
          <p:grpSpPr>
            <a:xfrm rot="0">
              <a:off x="0" y="0"/>
              <a:ext cx="10338791" cy="4481451"/>
              <a:chOff x="0" y="0"/>
              <a:chExt cx="4678867" cy="2028101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4678868" cy="2028101"/>
              </a:xfrm>
              <a:custGeom>
                <a:avLst/>
                <a:gdLst/>
                <a:ahLst/>
                <a:cxnLst/>
                <a:rect r="r" b="b" t="t" l="l"/>
                <a:pathLst>
                  <a:path h="2028101" w="4678868">
                    <a:moveTo>
                      <a:pt x="17432" y="0"/>
                    </a:moveTo>
                    <a:lnTo>
                      <a:pt x="4661436" y="0"/>
                    </a:lnTo>
                    <a:cubicBezTo>
                      <a:pt x="4671063" y="0"/>
                      <a:pt x="4678868" y="7804"/>
                      <a:pt x="4678868" y="17432"/>
                    </a:cubicBezTo>
                    <a:lnTo>
                      <a:pt x="4678868" y="2010670"/>
                    </a:lnTo>
                    <a:cubicBezTo>
                      <a:pt x="4678868" y="2020297"/>
                      <a:pt x="4671063" y="2028101"/>
                      <a:pt x="4661436" y="2028101"/>
                    </a:cubicBezTo>
                    <a:lnTo>
                      <a:pt x="17432" y="2028101"/>
                    </a:lnTo>
                    <a:cubicBezTo>
                      <a:pt x="12809" y="2028101"/>
                      <a:pt x="8375" y="2026265"/>
                      <a:pt x="5106" y="2022996"/>
                    </a:cubicBezTo>
                    <a:cubicBezTo>
                      <a:pt x="1837" y="2019727"/>
                      <a:pt x="0" y="2015293"/>
                      <a:pt x="0" y="2010670"/>
                    </a:cubicBezTo>
                    <a:lnTo>
                      <a:pt x="0" y="17432"/>
                    </a:lnTo>
                    <a:cubicBezTo>
                      <a:pt x="0" y="7804"/>
                      <a:pt x="7804" y="0"/>
                      <a:pt x="17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rnd">
                <a:solidFill>
                  <a:srgbClr val="727070"/>
                </a:solidFill>
                <a:prstDash val="solid"/>
                <a:round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4678867" cy="2066201"/>
              </a:xfrm>
              <a:prstGeom prst="rect">
                <a:avLst/>
              </a:prstGeom>
            </p:spPr>
            <p:txBody>
              <a:bodyPr anchor="ctr" rtlCol="false" tIns="55796" lIns="55796" bIns="55796" rIns="55796"/>
              <a:lstStyle/>
              <a:p>
                <a:pPr algn="ctr" marL="0" indent="0" lvl="0">
                  <a:lnSpc>
                    <a:spcPts val="17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5" id="75"/>
            <p:cNvSpPr/>
            <p:nvPr/>
          </p:nvSpPr>
          <p:spPr>
            <a:xfrm>
              <a:off x="66428" y="1150704"/>
              <a:ext cx="10272363" cy="0"/>
            </a:xfrm>
            <a:prstGeom prst="line">
              <a:avLst/>
            </a:prstGeom>
            <a:ln cap="flat" w="22173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6" id="76"/>
            <p:cNvGrpSpPr/>
            <p:nvPr/>
          </p:nvGrpSpPr>
          <p:grpSpPr>
            <a:xfrm rot="0">
              <a:off x="9016515" y="461174"/>
              <a:ext cx="360939" cy="285146"/>
              <a:chOff x="0" y="0"/>
              <a:chExt cx="87243" cy="6892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87243" cy="68923"/>
              </a:xfrm>
              <a:custGeom>
                <a:avLst/>
                <a:gdLst/>
                <a:ahLst/>
                <a:cxnLst/>
                <a:rect r="r" b="b" t="t" l="l"/>
                <a:pathLst>
                  <a:path h="6892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68923"/>
                    </a:lnTo>
                    <a:lnTo>
                      <a:pt x="0" y="689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47625"/>
                <a:ext cx="87243" cy="116548"/>
              </a:xfrm>
              <a:prstGeom prst="rect">
                <a:avLst/>
              </a:prstGeom>
            </p:spPr>
            <p:txBody>
              <a:bodyPr anchor="ctr" rtlCol="false" tIns="95112" lIns="95112" bIns="95112" rIns="95112"/>
              <a:lstStyle/>
              <a:p>
                <a:pPr algn="ctr" marL="0" indent="0" lvl="0">
                  <a:lnSpc>
                    <a:spcPts val="299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79" id="79"/>
            <p:cNvSpPr/>
            <p:nvPr/>
          </p:nvSpPr>
          <p:spPr>
            <a:xfrm flipV="true">
              <a:off x="8479948" y="680424"/>
              <a:ext cx="360439" cy="7509"/>
            </a:xfrm>
            <a:prstGeom prst="line">
              <a:avLst/>
            </a:prstGeom>
            <a:ln cap="flat" w="44346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0" id="80"/>
            <p:cNvSpPr/>
            <p:nvPr/>
          </p:nvSpPr>
          <p:spPr>
            <a:xfrm flipH="true">
              <a:off x="9570967" y="553965"/>
              <a:ext cx="219414" cy="309442"/>
            </a:xfrm>
            <a:prstGeom prst="line">
              <a:avLst/>
            </a:prstGeom>
            <a:ln cap="flat" w="44346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1" id="81"/>
            <p:cNvSpPr/>
            <p:nvPr/>
          </p:nvSpPr>
          <p:spPr>
            <a:xfrm>
              <a:off x="9570528" y="557780"/>
              <a:ext cx="229797" cy="301811"/>
            </a:xfrm>
            <a:prstGeom prst="line">
              <a:avLst/>
            </a:prstGeom>
            <a:ln cap="flat" w="44346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5310595" y="8453814"/>
            <a:ext cx="847832" cy="1480342"/>
          </a:xfrm>
          <a:custGeom>
            <a:avLst/>
            <a:gdLst/>
            <a:ahLst/>
            <a:cxnLst/>
            <a:rect r="r" b="b" t="t" l="l"/>
            <a:pathLst>
              <a:path h="1480342" w="847832">
                <a:moveTo>
                  <a:pt x="0" y="0"/>
                </a:moveTo>
                <a:lnTo>
                  <a:pt x="847832" y="0"/>
                </a:lnTo>
                <a:lnTo>
                  <a:pt x="847832" y="1480342"/>
                </a:lnTo>
                <a:lnTo>
                  <a:pt x="0" y="14803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220593" y="444152"/>
            <a:ext cx="7022327" cy="3572965"/>
            <a:chOff x="0" y="0"/>
            <a:chExt cx="9363103" cy="4763953"/>
          </a:xfrm>
        </p:grpSpPr>
        <p:grpSp>
          <p:nvGrpSpPr>
            <p:cNvPr name="Group 84" id="84"/>
            <p:cNvGrpSpPr/>
            <p:nvPr/>
          </p:nvGrpSpPr>
          <p:grpSpPr>
            <a:xfrm rot="0">
              <a:off x="8816552" y="479286"/>
              <a:ext cx="174586" cy="161898"/>
              <a:chOff x="0" y="0"/>
              <a:chExt cx="87243" cy="80903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38100"/>
                <a:ext cx="87243" cy="119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602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87" id="87"/>
            <p:cNvSpPr/>
            <p:nvPr/>
          </p:nvSpPr>
          <p:spPr>
            <a:xfrm rot="-71610">
              <a:off x="8556995" y="538340"/>
              <a:ext cx="174382" cy="0"/>
            </a:xfrm>
            <a:prstGeom prst="line">
              <a:avLst/>
            </a:prstGeom>
            <a:ln cap="flat" w="20081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8" id="88"/>
            <p:cNvSpPr/>
            <p:nvPr/>
          </p:nvSpPr>
          <p:spPr>
            <a:xfrm rot="7520344">
              <a:off x="9046063" y="549670"/>
              <a:ext cx="183486" cy="0"/>
            </a:xfrm>
            <a:prstGeom prst="line">
              <a:avLst/>
            </a:prstGeom>
            <a:ln cap="flat" w="20081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9" id="89"/>
            <p:cNvSpPr/>
            <p:nvPr/>
          </p:nvSpPr>
          <p:spPr>
            <a:xfrm rot="3162877">
              <a:off x="9048361" y="549670"/>
              <a:ext cx="183486" cy="0"/>
            </a:xfrm>
            <a:prstGeom prst="line">
              <a:avLst/>
            </a:prstGeom>
            <a:ln cap="flat" w="20081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90" id="90"/>
            <p:cNvGrpSpPr/>
            <p:nvPr/>
          </p:nvGrpSpPr>
          <p:grpSpPr>
            <a:xfrm rot="0">
              <a:off x="0" y="0"/>
              <a:ext cx="9363103" cy="4763953"/>
              <a:chOff x="0" y="0"/>
              <a:chExt cx="4678867" cy="2380611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4678868" cy="2380611"/>
              </a:xfrm>
              <a:custGeom>
                <a:avLst/>
                <a:gdLst/>
                <a:ahLst/>
                <a:cxnLst/>
                <a:rect r="r" b="b" t="t" l="l"/>
                <a:pathLst>
                  <a:path h="2380611" w="4678868">
                    <a:moveTo>
                      <a:pt x="17432" y="0"/>
                    </a:moveTo>
                    <a:lnTo>
                      <a:pt x="4661436" y="0"/>
                    </a:lnTo>
                    <a:cubicBezTo>
                      <a:pt x="4671063" y="0"/>
                      <a:pt x="4678868" y="7804"/>
                      <a:pt x="4678868" y="17432"/>
                    </a:cubicBezTo>
                    <a:lnTo>
                      <a:pt x="4678868" y="2363179"/>
                    </a:lnTo>
                    <a:cubicBezTo>
                      <a:pt x="4678868" y="2372807"/>
                      <a:pt x="4671063" y="2380611"/>
                      <a:pt x="4661436" y="2380611"/>
                    </a:cubicBezTo>
                    <a:lnTo>
                      <a:pt x="17432" y="2380611"/>
                    </a:lnTo>
                    <a:cubicBezTo>
                      <a:pt x="12809" y="2380611"/>
                      <a:pt x="8375" y="2378774"/>
                      <a:pt x="5106" y="2375505"/>
                    </a:cubicBezTo>
                    <a:cubicBezTo>
                      <a:pt x="1837" y="2372236"/>
                      <a:pt x="0" y="2367802"/>
                      <a:pt x="0" y="2363179"/>
                    </a:cubicBezTo>
                    <a:lnTo>
                      <a:pt x="0" y="17432"/>
                    </a:lnTo>
                    <a:cubicBezTo>
                      <a:pt x="0" y="7804"/>
                      <a:pt x="7804" y="0"/>
                      <a:pt x="17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rnd">
                <a:solidFill>
                  <a:srgbClr val="727070"/>
                </a:solidFill>
                <a:prstDash val="solid"/>
                <a:round/>
              </a:ln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38100"/>
                <a:ext cx="4678867" cy="2418711"/>
              </a:xfrm>
              <a:prstGeom prst="rect">
                <a:avLst/>
              </a:prstGeom>
            </p:spPr>
            <p:txBody>
              <a:bodyPr anchor="ctr" rtlCol="false" tIns="55796" lIns="55796" bIns="55796" rIns="55796"/>
              <a:lstStyle/>
              <a:p>
                <a:pPr algn="ctr" marL="0" indent="0" lvl="0">
                  <a:lnSpc>
                    <a:spcPts val="17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93" id="93"/>
            <p:cNvSpPr/>
            <p:nvPr/>
          </p:nvSpPr>
          <p:spPr>
            <a:xfrm rot="0">
              <a:off x="60159" y="1031083"/>
              <a:ext cx="9302944" cy="0"/>
            </a:xfrm>
            <a:prstGeom prst="line">
              <a:avLst/>
            </a:prstGeom>
            <a:ln cap="flat" w="20081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94" id="94"/>
            <p:cNvGrpSpPr/>
            <p:nvPr/>
          </p:nvGrpSpPr>
          <p:grpSpPr>
            <a:xfrm rot="0">
              <a:off x="8165613" y="490245"/>
              <a:ext cx="326877" cy="303121"/>
              <a:chOff x="0" y="0"/>
              <a:chExt cx="87243" cy="8090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95112" lIns="95112" bIns="95112" rIns="95112"/>
              <a:lstStyle/>
              <a:p>
                <a:pPr algn="ctr" marL="0" indent="0" lvl="0">
                  <a:lnSpc>
                    <a:spcPts val="299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97" id="97"/>
            <p:cNvSpPr/>
            <p:nvPr/>
          </p:nvSpPr>
          <p:spPr>
            <a:xfrm rot="-71610">
              <a:off x="7679647" y="600813"/>
              <a:ext cx="326495" cy="0"/>
            </a:xfrm>
            <a:prstGeom prst="line">
              <a:avLst/>
            </a:prstGeom>
            <a:ln cap="flat" w="40161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8" id="98"/>
            <p:cNvSpPr/>
            <p:nvPr/>
          </p:nvSpPr>
          <p:spPr>
            <a:xfrm rot="7520344">
              <a:off x="8595325" y="622026"/>
              <a:ext cx="343539" cy="0"/>
            </a:xfrm>
            <a:prstGeom prst="line">
              <a:avLst/>
            </a:prstGeom>
            <a:ln cap="flat" w="40161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9" id="99"/>
            <p:cNvSpPr/>
            <p:nvPr/>
          </p:nvSpPr>
          <p:spPr>
            <a:xfrm rot="3162877">
              <a:off x="8599628" y="622026"/>
              <a:ext cx="343539" cy="0"/>
            </a:xfrm>
            <a:prstGeom prst="line">
              <a:avLst/>
            </a:prstGeom>
            <a:ln cap="flat" w="40161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0" id="100"/>
          <p:cNvSpPr txBox="true"/>
          <p:nvPr/>
        </p:nvSpPr>
        <p:spPr>
          <a:xfrm rot="0">
            <a:off x="10705938" y="4281711"/>
            <a:ext cx="7639406" cy="134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0"/>
              </a:lnSpc>
              <a:spcBef>
                <a:spcPct val="0"/>
              </a:spcBef>
            </a:pPr>
            <a:r>
              <a:rPr lang="en-US" sz="7664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DANKE SCHÖN!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470279" y="1559734"/>
            <a:ext cx="4015124" cy="134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0"/>
              </a:lnSpc>
              <a:spcBef>
                <a:spcPct val="0"/>
              </a:spcBef>
            </a:pPr>
            <a:r>
              <a:rPr lang="en-US" sz="7664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MERCI!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7805890" y="6854199"/>
            <a:ext cx="7200973" cy="3663860"/>
            <a:chOff x="0" y="0"/>
            <a:chExt cx="9601298" cy="4885147"/>
          </a:xfrm>
        </p:grpSpPr>
        <p:grpSp>
          <p:nvGrpSpPr>
            <p:cNvPr name="Group 103" id="103"/>
            <p:cNvGrpSpPr/>
            <p:nvPr/>
          </p:nvGrpSpPr>
          <p:grpSpPr>
            <a:xfrm rot="0">
              <a:off x="9040842" y="491478"/>
              <a:ext cx="179028" cy="166017"/>
              <a:chOff x="0" y="0"/>
              <a:chExt cx="87243" cy="8090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-38100"/>
                <a:ext cx="87243" cy="119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602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06" id="106"/>
            <p:cNvSpPr/>
            <p:nvPr/>
          </p:nvSpPr>
          <p:spPr>
            <a:xfrm rot="-71610">
              <a:off x="8774682" y="552035"/>
              <a:ext cx="178819" cy="0"/>
            </a:xfrm>
            <a:prstGeom prst="line">
              <a:avLst/>
            </a:prstGeom>
            <a:ln cap="flat" w="20591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7" id="107"/>
            <p:cNvSpPr/>
            <p:nvPr/>
          </p:nvSpPr>
          <p:spPr>
            <a:xfrm rot="7520344">
              <a:off x="9276192" y="563654"/>
              <a:ext cx="188153" cy="0"/>
            </a:xfrm>
            <a:prstGeom prst="line">
              <a:avLst/>
            </a:prstGeom>
            <a:ln cap="flat" w="20591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8" id="108"/>
            <p:cNvSpPr/>
            <p:nvPr/>
          </p:nvSpPr>
          <p:spPr>
            <a:xfrm rot="3162877">
              <a:off x="9278550" y="563654"/>
              <a:ext cx="188153" cy="0"/>
            </a:xfrm>
            <a:prstGeom prst="line">
              <a:avLst/>
            </a:prstGeom>
            <a:ln cap="flat" w="20591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09" id="109"/>
            <p:cNvGrpSpPr/>
            <p:nvPr/>
          </p:nvGrpSpPr>
          <p:grpSpPr>
            <a:xfrm rot="0">
              <a:off x="0" y="0"/>
              <a:ext cx="9601298" cy="4885147"/>
              <a:chOff x="0" y="0"/>
              <a:chExt cx="4678867" cy="2380611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4678868" cy="2380611"/>
              </a:xfrm>
              <a:custGeom>
                <a:avLst/>
                <a:gdLst/>
                <a:ahLst/>
                <a:cxnLst/>
                <a:rect r="r" b="b" t="t" l="l"/>
                <a:pathLst>
                  <a:path h="2380611" w="4678868">
                    <a:moveTo>
                      <a:pt x="17432" y="0"/>
                    </a:moveTo>
                    <a:lnTo>
                      <a:pt x="4661436" y="0"/>
                    </a:lnTo>
                    <a:cubicBezTo>
                      <a:pt x="4671063" y="0"/>
                      <a:pt x="4678868" y="7804"/>
                      <a:pt x="4678868" y="17432"/>
                    </a:cubicBezTo>
                    <a:lnTo>
                      <a:pt x="4678868" y="2363179"/>
                    </a:lnTo>
                    <a:cubicBezTo>
                      <a:pt x="4678868" y="2372807"/>
                      <a:pt x="4671063" y="2380611"/>
                      <a:pt x="4661436" y="2380611"/>
                    </a:cubicBezTo>
                    <a:lnTo>
                      <a:pt x="17432" y="2380611"/>
                    </a:lnTo>
                    <a:cubicBezTo>
                      <a:pt x="12809" y="2380611"/>
                      <a:pt x="8375" y="2378774"/>
                      <a:pt x="5106" y="2375505"/>
                    </a:cubicBezTo>
                    <a:cubicBezTo>
                      <a:pt x="1837" y="2372236"/>
                      <a:pt x="0" y="2367802"/>
                      <a:pt x="0" y="2363179"/>
                    </a:cubicBezTo>
                    <a:lnTo>
                      <a:pt x="0" y="17432"/>
                    </a:lnTo>
                    <a:cubicBezTo>
                      <a:pt x="0" y="7804"/>
                      <a:pt x="7804" y="0"/>
                      <a:pt x="17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675" cap="rnd">
                <a:solidFill>
                  <a:srgbClr val="727070"/>
                </a:solidFill>
                <a:prstDash val="solid"/>
                <a:round/>
              </a:ln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-38100"/>
                <a:ext cx="4678867" cy="2418711"/>
              </a:xfrm>
              <a:prstGeom prst="rect">
                <a:avLst/>
              </a:prstGeom>
            </p:spPr>
            <p:txBody>
              <a:bodyPr anchor="ctr" rtlCol="false" tIns="55796" lIns="55796" bIns="55796" rIns="55796"/>
              <a:lstStyle/>
              <a:p>
                <a:pPr algn="ctr" marL="0" indent="0" lvl="0">
                  <a:lnSpc>
                    <a:spcPts val="17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12" id="112"/>
            <p:cNvSpPr/>
            <p:nvPr/>
          </p:nvSpPr>
          <p:spPr>
            <a:xfrm rot="0">
              <a:off x="61690" y="1057313"/>
              <a:ext cx="9539608" cy="0"/>
            </a:xfrm>
            <a:prstGeom prst="line">
              <a:avLst/>
            </a:prstGeom>
            <a:ln cap="flat" w="20591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13" id="113"/>
            <p:cNvGrpSpPr/>
            <p:nvPr/>
          </p:nvGrpSpPr>
          <p:grpSpPr>
            <a:xfrm rot="0">
              <a:off x="8373344" y="502717"/>
              <a:ext cx="335192" cy="310832"/>
              <a:chOff x="0" y="0"/>
              <a:chExt cx="87243" cy="80903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0" y="0"/>
                <a:ext cx="87243" cy="80903"/>
              </a:xfrm>
              <a:custGeom>
                <a:avLst/>
                <a:gdLst/>
                <a:ahLst/>
                <a:cxnLst/>
                <a:rect r="r" b="b" t="t" l="l"/>
                <a:pathLst>
                  <a:path h="80903" w="87243">
                    <a:moveTo>
                      <a:pt x="0" y="0"/>
                    </a:moveTo>
                    <a:lnTo>
                      <a:pt x="87243" y="0"/>
                    </a:lnTo>
                    <a:lnTo>
                      <a:pt x="87243" y="80903"/>
                    </a:lnTo>
                    <a:lnTo>
                      <a:pt x="0" y="809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27070"/>
                </a:solidFill>
                <a:prstDash val="solid"/>
                <a:miter/>
              </a:ln>
            </p:spPr>
          </p:sp>
          <p:sp>
            <p:nvSpPr>
              <p:cNvPr name="TextBox 115" id="115"/>
              <p:cNvSpPr txBox="true"/>
              <p:nvPr/>
            </p:nvSpPr>
            <p:spPr>
              <a:xfrm>
                <a:off x="0" y="-47625"/>
                <a:ext cx="87243" cy="128528"/>
              </a:xfrm>
              <a:prstGeom prst="rect">
                <a:avLst/>
              </a:prstGeom>
            </p:spPr>
            <p:txBody>
              <a:bodyPr anchor="ctr" rtlCol="false" tIns="95112" lIns="95112" bIns="95112" rIns="95112"/>
              <a:lstStyle/>
              <a:p>
                <a:pPr algn="ctr" marL="0" indent="0" lvl="0">
                  <a:lnSpc>
                    <a:spcPts val="299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16" id="116"/>
            <p:cNvSpPr/>
            <p:nvPr/>
          </p:nvSpPr>
          <p:spPr>
            <a:xfrm rot="-71610">
              <a:off x="7875015" y="616097"/>
              <a:ext cx="334801" cy="0"/>
            </a:xfrm>
            <a:prstGeom prst="line">
              <a:avLst/>
            </a:prstGeom>
            <a:ln cap="flat" w="41183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7" id="117"/>
            <p:cNvSpPr/>
            <p:nvPr/>
          </p:nvSpPr>
          <p:spPr>
            <a:xfrm rot="7520344">
              <a:off x="8813988" y="637850"/>
              <a:ext cx="352278" cy="0"/>
            </a:xfrm>
            <a:prstGeom prst="line">
              <a:avLst/>
            </a:prstGeom>
            <a:ln cap="flat" w="41183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8" id="118"/>
            <p:cNvSpPr/>
            <p:nvPr/>
          </p:nvSpPr>
          <p:spPr>
            <a:xfrm rot="3162877">
              <a:off x="8818401" y="637850"/>
              <a:ext cx="352278" cy="0"/>
            </a:xfrm>
            <a:prstGeom prst="line">
              <a:avLst/>
            </a:prstGeom>
            <a:ln cap="flat" w="41183">
              <a:solidFill>
                <a:srgbClr val="72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19" id="119"/>
          <p:cNvSpPr txBox="true"/>
          <p:nvPr/>
        </p:nvSpPr>
        <p:spPr>
          <a:xfrm rot="0">
            <a:off x="8666971" y="8327228"/>
            <a:ext cx="5858669" cy="134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0"/>
              </a:lnSpc>
              <a:spcBef>
                <a:spcPct val="0"/>
              </a:spcBef>
            </a:pPr>
            <a:r>
              <a:rPr lang="en-US" sz="7664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ありがとう！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9331346" y="1283945"/>
            <a:ext cx="3944746" cy="134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0"/>
              </a:lnSpc>
              <a:spcBef>
                <a:spcPct val="0"/>
              </a:spcBef>
            </a:pPr>
            <a:r>
              <a:rPr lang="en-US" sz="7664">
                <a:solidFill>
                  <a:srgbClr val="595757"/>
                </a:solidFill>
                <a:latin typeface="Arialle Bold"/>
                <a:ea typeface="Arialle Bold"/>
                <a:cs typeface="Arialle Bold"/>
                <a:sym typeface="Arialle Bold"/>
              </a:rPr>
              <a:t>谢谢你！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DAGJOzgFQzM</dc:identifier>
  <dcterms:modified xsi:type="dcterms:W3CDTF">2011-08-01T06:04:30Z</dcterms:modified>
  <cp:revision>1</cp:revision>
  <dc:title>Presentación FT DualNano</dc:title>
</cp:coreProperties>
</file>